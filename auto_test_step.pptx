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4"/>
  </p:sldMasterIdLst>
  <p:notesMasterIdLst>
    <p:notesMasterId r:id="rId19"/>
  </p:notesMasterIdLst>
  <p:handoutMasterIdLst>
    <p:handoutMasterId r:id="rId20"/>
  </p:handoutMasterIdLst>
  <p:sldIdLst>
    <p:sldId id="807" r:id="rId5"/>
    <p:sldId id="270" r:id="rId6"/>
    <p:sldId id="3577" r:id="rId7"/>
    <p:sldId id="3578" r:id="rId8"/>
    <p:sldId id="3580" r:id="rId9"/>
    <p:sldId id="3585" r:id="rId10"/>
    <p:sldId id="3575" r:id="rId11"/>
    <p:sldId id="3576" r:id="rId12"/>
    <p:sldId id="3579" r:id="rId13"/>
    <p:sldId id="3581" r:id="rId14"/>
    <p:sldId id="3582" r:id="rId15"/>
    <p:sldId id="3583" r:id="rId16"/>
    <p:sldId id="3584" r:id="rId17"/>
    <p:sldId id="3574" r:id="rId18"/>
  </p:sldIdLst>
  <p:sldSz cx="9906000" cy="6858000" type="A4"/>
  <p:notesSz cx="6797675" cy="9874250"/>
  <p:defaultTextStyle>
    <a:defPPr>
      <a:defRPr lang="en-US"/>
    </a:defPPr>
    <a:lvl1pPr algn="ctr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rebuchet MS" pitchFamily="34" charset="0"/>
        <a:ea typeface="新細明體" charset="-120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rebuchet MS" pitchFamily="34" charset="0"/>
        <a:ea typeface="新細明體" charset="-120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rebuchet MS" pitchFamily="34" charset="0"/>
        <a:ea typeface="新細明體" charset="-120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rebuchet MS" pitchFamily="34" charset="0"/>
        <a:ea typeface="新細明體" charset="-120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rebuchet MS" pitchFamily="34" charset="0"/>
        <a:ea typeface="新細明體" charset="-120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Trebuchet MS" pitchFamily="34" charset="0"/>
        <a:ea typeface="新細明體" charset="-120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Trebuchet MS" pitchFamily="34" charset="0"/>
        <a:ea typeface="新細明體" charset="-120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Trebuchet MS" pitchFamily="34" charset="0"/>
        <a:ea typeface="新細明體" charset="-120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Trebuchet MS" pitchFamily="34" charset="0"/>
        <a:ea typeface="新細明體" charset="-120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C3F6C497-78C8-4913-A2E1-B5BD3047E779}">
          <p14:sldIdLst>
            <p14:sldId id="807"/>
            <p14:sldId id="270"/>
            <p14:sldId id="3577"/>
            <p14:sldId id="3578"/>
            <p14:sldId id="3580"/>
            <p14:sldId id="3585"/>
            <p14:sldId id="3575"/>
            <p14:sldId id="3576"/>
            <p14:sldId id="3579"/>
            <p14:sldId id="3581"/>
            <p14:sldId id="3582"/>
            <p14:sldId id="3583"/>
            <p14:sldId id="3584"/>
            <p14:sldId id="357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552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10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3333FF"/>
    <a:srgbClr val="FF9900"/>
    <a:srgbClr val="20FF92"/>
    <a:srgbClr val="CCFF99"/>
    <a:srgbClr val="79BEE8"/>
    <a:srgbClr val="0066CC"/>
    <a:srgbClr val="333399"/>
    <a:srgbClr val="66CCFF"/>
    <a:srgbClr val="A3C1CC"/>
    <a:srgbClr val="CC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F4D0BA-19E8-466F-A282-B82F11EDA39A}" v="11" dt="2026-03-17T09:06:21.38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FD4443E-F989-4FC4-A0C8-D5A2AF1F390B}" styleName="深色樣式 1 - 輔色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B4B98B0-60AC-42C2-AFA5-B58CD77FA1E5}" styleName="淺色樣式 1 - 輔色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0744" autoAdjust="0"/>
  </p:normalViewPr>
  <p:slideViewPr>
    <p:cSldViewPr>
      <p:cViewPr varScale="1">
        <p:scale>
          <a:sx n="86" d="100"/>
          <a:sy n="86" d="100"/>
        </p:scale>
        <p:origin x="1133" y="72"/>
      </p:cViewPr>
      <p:guideLst>
        <p:guide orient="horz" pos="3552"/>
        <p:guide pos="3120"/>
      </p:guideLst>
    </p:cSldViewPr>
  </p:slideViewPr>
  <p:outlineViewPr>
    <p:cViewPr>
      <p:scale>
        <a:sx n="25" d="100"/>
        <a:sy n="25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>
        <p:scale>
          <a:sx n="100" d="100"/>
          <a:sy n="100" d="100"/>
        </p:scale>
        <p:origin x="-1080" y="-60"/>
      </p:cViewPr>
      <p:guideLst>
        <p:guide orient="horz" pos="3110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shino Chung (鐘翊誠)" userId="94017124-7c3c-419b-8482-f64c07879712" providerId="ADAL" clId="{48E42EFB-189F-4F2F-A13D-414EFD72ACE2}"/>
    <pc:docChg chg="undo custSel addSld modSld">
      <pc:chgData name="Koshino Chung (鐘翊誠)" userId="94017124-7c3c-419b-8482-f64c07879712" providerId="ADAL" clId="{48E42EFB-189F-4F2F-A13D-414EFD72ACE2}" dt="2026-03-17T09:06:39.484" v="1467" actId="20577"/>
      <pc:docMkLst>
        <pc:docMk/>
      </pc:docMkLst>
      <pc:sldChg chg="addSp delSp modSp mod">
        <pc:chgData name="Koshino Chung (鐘翊誠)" userId="94017124-7c3c-419b-8482-f64c07879712" providerId="ADAL" clId="{48E42EFB-189F-4F2F-A13D-414EFD72ACE2}" dt="2026-03-16T08:24:09.896" v="1120" actId="14100"/>
        <pc:sldMkLst>
          <pc:docMk/>
          <pc:sldMk cId="584930903" sldId="3577"/>
        </pc:sldMkLst>
        <pc:spChg chg="mod ord">
          <ac:chgData name="Koshino Chung (鐘翊誠)" userId="94017124-7c3c-419b-8482-f64c07879712" providerId="ADAL" clId="{48E42EFB-189F-4F2F-A13D-414EFD72ACE2}" dt="2026-03-16T08:24:09.896" v="1120" actId="14100"/>
          <ac:spMkLst>
            <pc:docMk/>
            <pc:sldMk cId="584930903" sldId="3577"/>
            <ac:spMk id="8" creationId="{A55A006B-79A4-707F-77BC-8AFBA51C4607}"/>
          </ac:spMkLst>
        </pc:spChg>
        <pc:picChg chg="add mod">
          <ac:chgData name="Koshino Chung (鐘翊誠)" userId="94017124-7c3c-419b-8482-f64c07879712" providerId="ADAL" clId="{48E42EFB-189F-4F2F-A13D-414EFD72ACE2}" dt="2026-03-16T08:23:55.311" v="1116" actId="1076"/>
          <ac:picMkLst>
            <pc:docMk/>
            <pc:sldMk cId="584930903" sldId="3577"/>
            <ac:picMk id="5" creationId="{CF81B36B-879B-B883-D61A-BA6461DE27A7}"/>
          </ac:picMkLst>
        </pc:picChg>
        <pc:picChg chg="del">
          <ac:chgData name="Koshino Chung (鐘翊誠)" userId="94017124-7c3c-419b-8482-f64c07879712" providerId="ADAL" clId="{48E42EFB-189F-4F2F-A13D-414EFD72ACE2}" dt="2026-03-16T08:23:46.290" v="1110" actId="478"/>
          <ac:picMkLst>
            <pc:docMk/>
            <pc:sldMk cId="584930903" sldId="3577"/>
            <ac:picMk id="15" creationId="{B422919F-EF9E-21D1-C9BF-D3E8598BEF03}"/>
          </ac:picMkLst>
        </pc:picChg>
      </pc:sldChg>
      <pc:sldChg chg="addSp modSp mod">
        <pc:chgData name="Koshino Chung (鐘翊誠)" userId="94017124-7c3c-419b-8482-f64c07879712" providerId="ADAL" clId="{48E42EFB-189F-4F2F-A13D-414EFD72ACE2}" dt="2026-03-17T08:57:10.984" v="1198" actId="20577"/>
        <pc:sldMkLst>
          <pc:docMk/>
          <pc:sldMk cId="3830174525" sldId="3578"/>
        </pc:sldMkLst>
        <pc:spChg chg="mod">
          <ac:chgData name="Koshino Chung (鐘翊誠)" userId="94017124-7c3c-419b-8482-f64c07879712" providerId="ADAL" clId="{48E42EFB-189F-4F2F-A13D-414EFD72ACE2}" dt="2026-03-17T08:57:10.984" v="1198" actId="20577"/>
          <ac:spMkLst>
            <pc:docMk/>
            <pc:sldMk cId="3830174525" sldId="3578"/>
            <ac:spMk id="2" creationId="{6A838C02-DC90-C864-8BD5-2724841D934F}"/>
          </ac:spMkLst>
        </pc:spChg>
        <pc:graphicFrameChg chg="add mod">
          <ac:chgData name="Koshino Chung (鐘翊誠)" userId="94017124-7c3c-419b-8482-f64c07879712" providerId="ADAL" clId="{48E42EFB-189F-4F2F-A13D-414EFD72ACE2}" dt="2026-03-17T08:56:43.249" v="1174"/>
          <ac:graphicFrameMkLst>
            <pc:docMk/>
            <pc:sldMk cId="3830174525" sldId="3578"/>
            <ac:graphicFrameMk id="4" creationId="{A9704E88-6225-3746-5B84-2921C7E96560}"/>
          </ac:graphicFrameMkLst>
        </pc:graphicFrameChg>
      </pc:sldChg>
      <pc:sldChg chg="modSp mod">
        <pc:chgData name="Koshino Chung (鐘翊誠)" userId="94017124-7c3c-419b-8482-f64c07879712" providerId="ADAL" clId="{48E42EFB-189F-4F2F-A13D-414EFD72ACE2}" dt="2026-03-16T08:25:44.040" v="1171" actId="20577"/>
        <pc:sldMkLst>
          <pc:docMk/>
          <pc:sldMk cId="236323277" sldId="3580"/>
        </pc:sldMkLst>
        <pc:spChg chg="mod">
          <ac:chgData name="Koshino Chung (鐘翊誠)" userId="94017124-7c3c-419b-8482-f64c07879712" providerId="ADAL" clId="{48E42EFB-189F-4F2F-A13D-414EFD72ACE2}" dt="2026-03-16T08:25:44.040" v="1171" actId="20577"/>
          <ac:spMkLst>
            <pc:docMk/>
            <pc:sldMk cId="236323277" sldId="3580"/>
            <ac:spMk id="2" creationId="{B658A466-A166-A438-2E21-0CADAF401D3C}"/>
          </ac:spMkLst>
        </pc:spChg>
      </pc:sldChg>
      <pc:sldChg chg="delSp modSp add mod">
        <pc:chgData name="Koshino Chung (鐘翊誠)" userId="94017124-7c3c-419b-8482-f64c07879712" providerId="ADAL" clId="{48E42EFB-189F-4F2F-A13D-414EFD72ACE2}" dt="2026-03-16T08:17:53.798" v="1109" actId="478"/>
        <pc:sldMkLst>
          <pc:docMk/>
          <pc:sldMk cId="492466993" sldId="3584"/>
        </pc:sldMkLst>
        <pc:spChg chg="mod">
          <ac:chgData name="Koshino Chung (鐘翊誠)" userId="94017124-7c3c-419b-8482-f64c07879712" providerId="ADAL" clId="{48E42EFB-189F-4F2F-A13D-414EFD72ACE2}" dt="2026-03-16T08:17:51.084" v="1108"/>
          <ac:spMkLst>
            <pc:docMk/>
            <pc:sldMk cId="492466993" sldId="3584"/>
            <ac:spMk id="2" creationId="{98B99324-56D7-9F94-A456-07E2DA2907FF}"/>
          </ac:spMkLst>
        </pc:spChg>
        <pc:spChg chg="del">
          <ac:chgData name="Koshino Chung (鐘翊誠)" userId="94017124-7c3c-419b-8482-f64c07879712" providerId="ADAL" clId="{48E42EFB-189F-4F2F-A13D-414EFD72ACE2}" dt="2026-03-16T08:17:53.798" v="1109" actId="478"/>
          <ac:spMkLst>
            <pc:docMk/>
            <pc:sldMk cId="492466993" sldId="3584"/>
            <ac:spMk id="9" creationId="{7DEE020A-51D5-9497-5201-586A5CFEE464}"/>
          </ac:spMkLst>
        </pc:spChg>
      </pc:sldChg>
      <pc:sldChg chg="addSp delSp modSp add mod">
        <pc:chgData name="Koshino Chung (鐘翊誠)" userId="94017124-7c3c-419b-8482-f64c07879712" providerId="ADAL" clId="{48E42EFB-189F-4F2F-A13D-414EFD72ACE2}" dt="2026-03-17T09:06:39.484" v="1467" actId="20577"/>
        <pc:sldMkLst>
          <pc:docMk/>
          <pc:sldMk cId="1820489694" sldId="3585"/>
        </pc:sldMkLst>
        <pc:spChg chg="del mod">
          <ac:chgData name="Koshino Chung (鐘翊誠)" userId="94017124-7c3c-419b-8482-f64c07879712" providerId="ADAL" clId="{48E42EFB-189F-4F2F-A13D-414EFD72ACE2}" dt="2026-03-17T08:59:11.435" v="1204" actId="22"/>
          <ac:spMkLst>
            <pc:docMk/>
            <pc:sldMk cId="1820489694" sldId="3585"/>
            <ac:spMk id="2" creationId="{F4BEBAD7-539B-8251-2A9E-02A4153FC033}"/>
          </ac:spMkLst>
        </pc:spChg>
        <pc:spChg chg="mod">
          <ac:chgData name="Koshino Chung (鐘翊誠)" userId="94017124-7c3c-419b-8482-f64c07879712" providerId="ADAL" clId="{48E42EFB-189F-4F2F-A13D-414EFD72ACE2}" dt="2026-03-17T09:00:55.073" v="1299" actId="20577"/>
          <ac:spMkLst>
            <pc:docMk/>
            <pc:sldMk cId="1820489694" sldId="3585"/>
            <ac:spMk id="3" creationId="{ECDC1660-C03D-BF60-A94A-573040B40E73}"/>
          </ac:spMkLst>
        </pc:spChg>
        <pc:spChg chg="del">
          <ac:chgData name="Koshino Chung (鐘翊誠)" userId="94017124-7c3c-419b-8482-f64c07879712" providerId="ADAL" clId="{48E42EFB-189F-4F2F-A13D-414EFD72ACE2}" dt="2026-03-17T08:57:25.581" v="1202" actId="478"/>
          <ac:spMkLst>
            <pc:docMk/>
            <pc:sldMk cId="1820489694" sldId="3585"/>
            <ac:spMk id="7" creationId="{36DC66D9-3187-350B-E97C-C582A6C55367}"/>
          </ac:spMkLst>
        </pc:spChg>
        <pc:spChg chg="add mod">
          <ac:chgData name="Koshino Chung (鐘翊誠)" userId="94017124-7c3c-419b-8482-f64c07879712" providerId="ADAL" clId="{48E42EFB-189F-4F2F-A13D-414EFD72ACE2}" dt="2026-03-17T09:06:39.484" v="1467" actId="20577"/>
          <ac:spMkLst>
            <pc:docMk/>
            <pc:sldMk cId="1820489694" sldId="3585"/>
            <ac:spMk id="9" creationId="{1B43B505-F32C-A170-7105-C73CEBB15199}"/>
          </ac:spMkLst>
        </pc:spChg>
        <pc:picChg chg="del">
          <ac:chgData name="Koshino Chung (鐘翊誠)" userId="94017124-7c3c-419b-8482-f64c07879712" providerId="ADAL" clId="{48E42EFB-189F-4F2F-A13D-414EFD72ACE2}" dt="2026-03-17T08:57:24.333" v="1201" actId="478"/>
          <ac:picMkLst>
            <pc:docMk/>
            <pc:sldMk cId="1820489694" sldId="3585"/>
            <ac:picMk id="5" creationId="{884FE6DF-D79F-67DA-2C3A-0F3530963BE4}"/>
          </ac:picMkLst>
        </pc:picChg>
        <pc:picChg chg="add del mod ord">
          <ac:chgData name="Koshino Chung (鐘翊誠)" userId="94017124-7c3c-419b-8482-f64c07879712" providerId="ADAL" clId="{48E42EFB-189F-4F2F-A13D-414EFD72ACE2}" dt="2026-03-17T08:59:14.223" v="1207" actId="478"/>
          <ac:picMkLst>
            <pc:docMk/>
            <pc:sldMk cId="1820489694" sldId="3585"/>
            <ac:picMk id="6" creationId="{D191EE59-C497-671B-B058-B8464C1454B1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kumimoji="1" sz="1200" b="0">
                <a:effectLst/>
                <a:latin typeface="Times New Roman" pitchFamily="18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275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 b="0">
                <a:effectLst/>
                <a:latin typeface="Times New Roman" pitchFamily="18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82125"/>
            <a:ext cx="2946400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kumimoji="1" sz="1200" b="0">
                <a:effectLst/>
                <a:latin typeface="Times New Roman" pitchFamily="18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275" y="9382125"/>
            <a:ext cx="2946400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 b="0">
                <a:effectLst/>
                <a:latin typeface="Times New Roman" pitchFamily="18" charset="0"/>
                <a:ea typeface="新細明體" pitchFamily="18" charset="-120"/>
              </a:defRPr>
            </a:lvl1pPr>
          </a:lstStyle>
          <a:p>
            <a:pPr>
              <a:defRPr/>
            </a:pPr>
            <a:fld id="{BBF5DB1C-E730-46BC-B792-5CF7FB637EFB}" type="slidenum">
              <a:rPr lang="zh-TW" altLang="en-US"/>
              <a:pPr>
                <a:defRPr/>
              </a:pPr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4564160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kumimoji="1" sz="1200" b="0">
                <a:effectLst/>
                <a:latin typeface="Times New Roman" pitchFamily="18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275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 b="0">
                <a:effectLst/>
                <a:latin typeface="Times New Roman" pitchFamily="18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19460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725488" y="741363"/>
            <a:ext cx="5346700" cy="370363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463" y="4691063"/>
            <a:ext cx="4984750" cy="4441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82125"/>
            <a:ext cx="2946400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kumimoji="1" sz="1200" b="0">
                <a:effectLst/>
                <a:latin typeface="Times New Roman" pitchFamily="18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275" y="9382125"/>
            <a:ext cx="2946400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 b="0">
                <a:effectLst/>
                <a:latin typeface="Times New Roman" pitchFamily="18" charset="0"/>
                <a:ea typeface="新細明體" pitchFamily="18" charset="-120"/>
              </a:defRPr>
            </a:lvl1pPr>
          </a:lstStyle>
          <a:p>
            <a:pPr>
              <a:defRPr/>
            </a:pPr>
            <a:fld id="{8CDED075-5935-4ED7-B720-198C37A04246}" type="slidenum">
              <a:rPr lang="zh-TW" altLang="en-US"/>
              <a:pPr>
                <a:defRPr/>
              </a:pPr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47673950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8361B185-3287-412A-82ED-158BA2E9A1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ctrTitle" hasCustomPrompt="1"/>
          </p:nvPr>
        </p:nvSpPr>
        <p:spPr>
          <a:xfrm>
            <a:off x="742950" y="3068960"/>
            <a:ext cx="8420100" cy="720080"/>
          </a:xfrm>
          <a:prstGeom prst="rect">
            <a:avLst/>
          </a:prstGeom>
        </p:spPr>
        <p:txBody>
          <a:bodyPr/>
          <a:lstStyle>
            <a:lvl1pPr algn="ctr">
              <a:defRPr lang="zh-TW" altLang="en-US" sz="4000" kern="1200" dirty="0"/>
            </a:lvl1pPr>
          </a:lstStyle>
          <a:p>
            <a:pPr lvl="0"/>
            <a:r>
              <a:rPr lang="zh-TW" altLang="en-US" dirty="0"/>
              <a:t>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 hasCustomPrompt="1"/>
          </p:nvPr>
        </p:nvSpPr>
        <p:spPr>
          <a:xfrm>
            <a:off x="1485900" y="4844752"/>
            <a:ext cx="6934200" cy="456456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SzPct val="90000"/>
              <a:buFontTx/>
              <a:buNone/>
              <a:tabLst/>
              <a:defRPr lang="zh-TW" altLang="en-US" sz="1800" b="0" kern="1200" spc="50" dirty="0">
                <a:solidFill>
                  <a:srgbClr val="79BEE8"/>
                </a:solidFill>
                <a:latin typeface="微軟正黑體" pitchFamily="34" charset="-120"/>
                <a:ea typeface="微軟正黑體" pitchFamily="34" charset="-120"/>
                <a:cs typeface="Calibri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 dirty="0"/>
              <a:t>簡報者</a:t>
            </a:r>
            <a:endParaRPr lang="en-US" altLang="zh-TW" dirty="0"/>
          </a:p>
        </p:txBody>
      </p:sp>
      <p:pic>
        <p:nvPicPr>
          <p:cNvPr id="7" name="圖片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6034" y="6433499"/>
            <a:ext cx="1375020" cy="35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231369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88504" y="1087379"/>
            <a:ext cx="9001000" cy="5344951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lnSpc>
                <a:spcPct val="120000"/>
              </a:lnSpc>
              <a:spcAft>
                <a:spcPct val="0"/>
              </a:spcAft>
              <a:buClr>
                <a:srgbClr val="79BEE8"/>
              </a:buClr>
              <a:buFont typeface="Wingdings" pitchFamily="2" charset="2"/>
              <a:buChar char="l"/>
              <a:defRPr kumimoji="1" lang="zh-TW" altLang="en-US" sz="2000" b="1" kern="120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微軟正黑體" pitchFamily="34" charset="-120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Aft>
                <a:spcPct val="0"/>
              </a:spcAft>
              <a:buClr>
                <a:srgbClr val="A3C1CC"/>
              </a:buClr>
              <a:buFont typeface="Wingdings" pitchFamily="2" charset="2"/>
              <a:buChar char="n"/>
              <a:defRPr kumimoji="1" lang="zh-TW" altLang="en-US" sz="1800" b="1" kern="120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微軟正黑體" pitchFamily="34" charset="-120"/>
                <a:cs typeface="+mn-cs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Aft>
                <a:spcPct val="0"/>
              </a:spcAft>
              <a:buClr>
                <a:schemeClr val="accent5"/>
              </a:buClr>
              <a:buFont typeface="Wingdings" pitchFamily="2" charset="2"/>
              <a:buChar char="u"/>
              <a:defRPr kumimoji="1" lang="zh-TW" altLang="en-US" sz="1600" b="1" kern="120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微軟正黑體" pitchFamily="34" charset="-120"/>
                <a:cs typeface="+mn-cs"/>
              </a:defRPr>
            </a:lvl3pPr>
            <a:lvl4pPr marL="1562100" indent="-228600">
              <a:lnSpc>
                <a:spcPct val="120000"/>
              </a:lnSpc>
              <a:buClr>
                <a:schemeClr val="accent1">
                  <a:lumMod val="40000"/>
                  <a:lumOff val="60000"/>
                </a:schemeClr>
              </a:buClr>
              <a:buFont typeface="Wingdings" pitchFamily="2" charset="2"/>
              <a:buChar char="Ø"/>
              <a:defRPr sz="1400" b="1"/>
            </a:lvl4pPr>
            <a:lvl5pPr marL="1981200" indent="-228600">
              <a:lnSpc>
                <a:spcPct val="120000"/>
              </a:lnSpc>
              <a:buClr>
                <a:schemeClr val="accent1">
                  <a:lumMod val="40000"/>
                  <a:lumOff val="60000"/>
                </a:schemeClr>
              </a:buClr>
              <a:buFont typeface="Wingdings" pitchFamily="2" charset="2"/>
              <a:buChar char="ü"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5" name="標題 1"/>
          <p:cNvSpPr>
            <a:spLocks noGrp="1"/>
          </p:cNvSpPr>
          <p:nvPr>
            <p:ph type="title" hasCustomPrompt="1"/>
          </p:nvPr>
        </p:nvSpPr>
        <p:spPr>
          <a:xfrm>
            <a:off x="488504" y="182569"/>
            <a:ext cx="7704856" cy="908547"/>
          </a:xfrm>
          <a:prstGeom prst="rect">
            <a:avLst/>
          </a:prstGeom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lang="zh-TW" altLang="en-US" sz="2800" b="0" kern="1200" cap="none" spc="0" baseline="0" dirty="0">
                <a:ln>
                  <a:noFill/>
                </a:ln>
                <a:solidFill>
                  <a:srgbClr val="79BEE8"/>
                </a:solidFill>
                <a:effectLst/>
                <a:latin typeface="微軟正黑體" pitchFamily="34" charset="-120"/>
                <a:ea typeface="微軟正黑體" pitchFamily="34" charset="-120"/>
                <a:cs typeface="+mj-cs"/>
              </a:defRPr>
            </a:lvl1pPr>
          </a:lstStyle>
          <a:p>
            <a:r>
              <a:rPr lang="zh-TW" altLang="en-US" dirty="0"/>
              <a:t>標題</a:t>
            </a:r>
          </a:p>
        </p:txBody>
      </p:sp>
      <p:cxnSp>
        <p:nvCxnSpPr>
          <p:cNvPr id="6" name="直線接點 5"/>
          <p:cNvCxnSpPr/>
          <p:nvPr userDrawn="1"/>
        </p:nvCxnSpPr>
        <p:spPr bwMode="auto">
          <a:xfrm>
            <a:off x="560512" y="1091116"/>
            <a:ext cx="8928992" cy="0"/>
          </a:xfrm>
          <a:prstGeom prst="line">
            <a:avLst/>
          </a:prstGeom>
          <a:noFill/>
          <a:ln w="12700" cap="flat" cmpd="sng" algn="ctr">
            <a:solidFill>
              <a:srgbClr val="79BEE8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853589188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82638" y="3921075"/>
            <a:ext cx="84201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82638" y="2420888"/>
            <a:ext cx="8420100" cy="1500187"/>
          </a:xfrm>
          <a:prstGeom prst="rect">
            <a:avLst/>
          </a:prstGeom>
        </p:spPr>
        <p:txBody>
          <a:bodyPr anchor="b"/>
          <a:lstStyle>
            <a:lvl1pPr marL="0" marR="0" indent="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SzPct val="90000"/>
              <a:buFontTx/>
              <a:buNone/>
              <a:tabLst/>
              <a:defRPr kumimoji="1" lang="zh-TW" altLang="en-US" sz="1800" b="1" kern="1200" spc="50" dirty="0" smtClean="0">
                <a:solidFill>
                  <a:srgbClr val="79BEE8"/>
                </a:solidFill>
                <a:latin typeface="微軟正黑體" pitchFamily="34" charset="-120"/>
                <a:ea typeface="微軟正黑體" pitchFamily="34" charset="-120"/>
                <a:cs typeface="Calibri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171098046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1"/>
          <p:cNvSpPr>
            <a:spLocks noGrp="1"/>
          </p:cNvSpPr>
          <p:nvPr>
            <p:ph type="title" hasCustomPrompt="1"/>
          </p:nvPr>
        </p:nvSpPr>
        <p:spPr>
          <a:xfrm>
            <a:off x="488504" y="182569"/>
            <a:ext cx="7704856" cy="908547"/>
          </a:xfrm>
          <a:prstGeom prst="rect">
            <a:avLst/>
          </a:prstGeom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lang="zh-TW" altLang="en-US" sz="2800" b="0" kern="1200" cap="none" spc="0" baseline="0" dirty="0">
                <a:ln>
                  <a:noFill/>
                </a:ln>
                <a:solidFill>
                  <a:srgbClr val="79BEE8"/>
                </a:solidFill>
                <a:effectLst/>
                <a:latin typeface="微軟正黑體" pitchFamily="34" charset="-120"/>
                <a:ea typeface="微軟正黑體" pitchFamily="34" charset="-120"/>
                <a:cs typeface="+mj-cs"/>
              </a:defRPr>
            </a:lvl1pPr>
          </a:lstStyle>
          <a:p>
            <a:r>
              <a:rPr lang="zh-TW" altLang="en-US" dirty="0"/>
              <a:t>標題</a:t>
            </a:r>
          </a:p>
        </p:txBody>
      </p:sp>
      <p:cxnSp>
        <p:nvCxnSpPr>
          <p:cNvPr id="15" name="直線接點 14"/>
          <p:cNvCxnSpPr/>
          <p:nvPr userDrawn="1"/>
        </p:nvCxnSpPr>
        <p:spPr bwMode="auto">
          <a:xfrm>
            <a:off x="560512" y="1091116"/>
            <a:ext cx="8928992" cy="0"/>
          </a:xfrm>
          <a:prstGeom prst="line">
            <a:avLst/>
          </a:prstGeom>
          <a:noFill/>
          <a:ln w="12700" cap="flat" cmpd="sng" algn="ctr">
            <a:solidFill>
              <a:srgbClr val="79BEE8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7" name="內容版面配置區 2"/>
          <p:cNvSpPr>
            <a:spLocks noGrp="1"/>
          </p:cNvSpPr>
          <p:nvPr>
            <p:ph idx="1"/>
          </p:nvPr>
        </p:nvSpPr>
        <p:spPr>
          <a:xfrm>
            <a:off x="488504" y="1087379"/>
            <a:ext cx="4504410" cy="5344951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lnSpc>
                <a:spcPct val="120000"/>
              </a:lnSpc>
              <a:spcAft>
                <a:spcPct val="0"/>
              </a:spcAft>
              <a:buClr>
                <a:srgbClr val="79BEE8"/>
              </a:buClr>
              <a:buFont typeface="Wingdings" pitchFamily="2" charset="2"/>
              <a:buChar char="l"/>
              <a:defRPr kumimoji="1" lang="zh-TW" altLang="en-US" sz="2000" b="1" kern="120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微軟正黑體" pitchFamily="34" charset="-120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Aft>
                <a:spcPct val="0"/>
              </a:spcAft>
              <a:buClr>
                <a:srgbClr val="A3C1CC"/>
              </a:buClr>
              <a:buFont typeface="Wingdings" pitchFamily="2" charset="2"/>
              <a:buChar char="n"/>
              <a:defRPr kumimoji="1" lang="zh-TW" altLang="en-US" sz="1800" b="1" kern="120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微軟正黑體" pitchFamily="34" charset="-120"/>
                <a:cs typeface="+mn-cs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Aft>
                <a:spcPct val="0"/>
              </a:spcAft>
              <a:buClr>
                <a:schemeClr val="accent5"/>
              </a:buClr>
              <a:buFont typeface="Wingdings" pitchFamily="2" charset="2"/>
              <a:buChar char="u"/>
              <a:defRPr kumimoji="1" lang="zh-TW" altLang="en-US" sz="1600" b="1" kern="120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微軟正黑體" pitchFamily="34" charset="-120"/>
                <a:cs typeface="+mn-cs"/>
              </a:defRPr>
            </a:lvl3pPr>
            <a:lvl4pPr marL="1562100" indent="-228600">
              <a:lnSpc>
                <a:spcPct val="120000"/>
              </a:lnSpc>
              <a:buClr>
                <a:schemeClr val="accent1">
                  <a:lumMod val="40000"/>
                  <a:lumOff val="60000"/>
                </a:schemeClr>
              </a:buClr>
              <a:buFont typeface="Wingdings" pitchFamily="2" charset="2"/>
              <a:buChar char="Ø"/>
              <a:defRPr sz="1400" b="1"/>
            </a:lvl4pPr>
            <a:lvl5pPr marL="1981200" indent="-228600">
              <a:lnSpc>
                <a:spcPct val="120000"/>
              </a:lnSpc>
              <a:buClr>
                <a:schemeClr val="accent1">
                  <a:lumMod val="40000"/>
                  <a:lumOff val="60000"/>
                </a:schemeClr>
              </a:buClr>
              <a:buFont typeface="Wingdings" pitchFamily="2" charset="2"/>
              <a:buChar char="ü"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9" name="內容版面配置區 2"/>
          <p:cNvSpPr>
            <a:spLocks noGrp="1"/>
          </p:cNvSpPr>
          <p:nvPr>
            <p:ph idx="13"/>
          </p:nvPr>
        </p:nvSpPr>
        <p:spPr>
          <a:xfrm>
            <a:off x="5096790" y="1087379"/>
            <a:ext cx="4504410" cy="5344951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lnSpc>
                <a:spcPct val="120000"/>
              </a:lnSpc>
              <a:spcAft>
                <a:spcPct val="0"/>
              </a:spcAft>
              <a:buClr>
                <a:srgbClr val="79BEE8"/>
              </a:buClr>
              <a:buFont typeface="Wingdings" pitchFamily="2" charset="2"/>
              <a:buChar char="l"/>
              <a:defRPr kumimoji="1" lang="zh-TW" altLang="en-US" sz="2000" b="1" kern="120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微軟正黑體" pitchFamily="34" charset="-120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Aft>
                <a:spcPct val="0"/>
              </a:spcAft>
              <a:buClr>
                <a:srgbClr val="A3C1CC"/>
              </a:buClr>
              <a:buFont typeface="Wingdings" pitchFamily="2" charset="2"/>
              <a:buChar char="n"/>
              <a:defRPr kumimoji="1" lang="zh-TW" altLang="en-US" sz="1800" b="1" kern="120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微軟正黑體" pitchFamily="34" charset="-120"/>
                <a:cs typeface="+mn-cs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Aft>
                <a:spcPct val="0"/>
              </a:spcAft>
              <a:buClr>
                <a:schemeClr val="accent5"/>
              </a:buClr>
              <a:buFont typeface="Wingdings" pitchFamily="2" charset="2"/>
              <a:buChar char="u"/>
              <a:defRPr kumimoji="1" lang="zh-TW" altLang="en-US" sz="1600" b="1" kern="120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微軟正黑體" pitchFamily="34" charset="-120"/>
                <a:cs typeface="+mn-cs"/>
              </a:defRPr>
            </a:lvl3pPr>
            <a:lvl4pPr marL="1562100" indent="-228600">
              <a:lnSpc>
                <a:spcPct val="120000"/>
              </a:lnSpc>
              <a:buClr>
                <a:schemeClr val="accent1">
                  <a:lumMod val="40000"/>
                  <a:lumOff val="60000"/>
                </a:schemeClr>
              </a:buClr>
              <a:buFont typeface="Wingdings" pitchFamily="2" charset="2"/>
              <a:buChar char="Ø"/>
              <a:defRPr sz="1400" b="1"/>
            </a:lvl4pPr>
            <a:lvl5pPr marL="1981200" indent="-228600">
              <a:lnSpc>
                <a:spcPct val="120000"/>
              </a:lnSpc>
              <a:buClr>
                <a:schemeClr val="accent1">
                  <a:lumMod val="40000"/>
                  <a:lumOff val="60000"/>
                </a:schemeClr>
              </a:buClr>
              <a:buFont typeface="Wingdings" pitchFamily="2" charset="2"/>
              <a:buChar char="ü"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81145895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/>
          <p:cNvSpPr>
            <a:spLocks noGrp="1"/>
          </p:cNvSpPr>
          <p:nvPr>
            <p:ph type="title" hasCustomPrompt="1"/>
          </p:nvPr>
        </p:nvSpPr>
        <p:spPr>
          <a:xfrm>
            <a:off x="488504" y="182569"/>
            <a:ext cx="7704856" cy="908547"/>
          </a:xfrm>
          <a:prstGeom prst="rect">
            <a:avLst/>
          </a:prstGeom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lang="zh-TW" altLang="en-US" sz="2800" b="0" kern="1200" cap="none" spc="0" baseline="0" dirty="0">
                <a:ln>
                  <a:noFill/>
                </a:ln>
                <a:solidFill>
                  <a:srgbClr val="79BEE8"/>
                </a:solidFill>
                <a:effectLst/>
                <a:latin typeface="微軟正黑體" pitchFamily="34" charset="-120"/>
                <a:ea typeface="微軟正黑體" pitchFamily="34" charset="-120"/>
                <a:cs typeface="+mj-cs"/>
              </a:defRPr>
            </a:lvl1pPr>
          </a:lstStyle>
          <a:p>
            <a:r>
              <a:rPr lang="zh-TW" altLang="en-US" dirty="0"/>
              <a:t>標題</a:t>
            </a:r>
          </a:p>
        </p:txBody>
      </p:sp>
      <p:cxnSp>
        <p:nvCxnSpPr>
          <p:cNvPr id="7" name="直線接點 6"/>
          <p:cNvCxnSpPr/>
          <p:nvPr userDrawn="1"/>
        </p:nvCxnSpPr>
        <p:spPr bwMode="auto">
          <a:xfrm>
            <a:off x="560512" y="1091116"/>
            <a:ext cx="8928992" cy="0"/>
          </a:xfrm>
          <a:prstGeom prst="line">
            <a:avLst/>
          </a:prstGeom>
          <a:noFill/>
          <a:ln w="12700" cap="flat" cmpd="sng" algn="ctr">
            <a:solidFill>
              <a:srgbClr val="79BEE8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8" name="內容版面配置區 2"/>
          <p:cNvSpPr>
            <a:spLocks noGrp="1"/>
          </p:cNvSpPr>
          <p:nvPr>
            <p:ph idx="1"/>
          </p:nvPr>
        </p:nvSpPr>
        <p:spPr>
          <a:xfrm>
            <a:off x="488504" y="1087379"/>
            <a:ext cx="4504410" cy="5344951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lnSpc>
                <a:spcPct val="120000"/>
              </a:lnSpc>
              <a:spcAft>
                <a:spcPct val="0"/>
              </a:spcAft>
              <a:buClr>
                <a:srgbClr val="79BEE8"/>
              </a:buClr>
              <a:buFont typeface="Wingdings" pitchFamily="2" charset="2"/>
              <a:buChar char="l"/>
              <a:defRPr kumimoji="1" lang="zh-TW" altLang="en-US" sz="2000" b="1" kern="120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微軟正黑體" pitchFamily="34" charset="-120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Aft>
                <a:spcPct val="0"/>
              </a:spcAft>
              <a:buClr>
                <a:srgbClr val="A3C1CC"/>
              </a:buClr>
              <a:buFont typeface="Wingdings" pitchFamily="2" charset="2"/>
              <a:buChar char="n"/>
              <a:defRPr kumimoji="1" lang="zh-TW" altLang="en-US" sz="1800" b="1" kern="120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微軟正黑體" pitchFamily="34" charset="-120"/>
                <a:cs typeface="+mn-cs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Aft>
                <a:spcPct val="0"/>
              </a:spcAft>
              <a:buClr>
                <a:schemeClr val="accent5"/>
              </a:buClr>
              <a:buFont typeface="Wingdings" pitchFamily="2" charset="2"/>
              <a:buChar char="u"/>
              <a:defRPr kumimoji="1" lang="zh-TW" altLang="en-US" sz="1600" b="1" kern="120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微軟正黑體" pitchFamily="34" charset="-120"/>
                <a:cs typeface="+mn-cs"/>
              </a:defRPr>
            </a:lvl3pPr>
            <a:lvl4pPr marL="1562100" indent="-228600">
              <a:lnSpc>
                <a:spcPct val="120000"/>
              </a:lnSpc>
              <a:buClr>
                <a:schemeClr val="accent1">
                  <a:lumMod val="40000"/>
                  <a:lumOff val="60000"/>
                </a:schemeClr>
              </a:buClr>
              <a:buFont typeface="Wingdings" pitchFamily="2" charset="2"/>
              <a:buChar char="Ø"/>
              <a:defRPr sz="1400" b="1"/>
            </a:lvl4pPr>
            <a:lvl5pPr marL="1981200" indent="-228600">
              <a:lnSpc>
                <a:spcPct val="120000"/>
              </a:lnSpc>
              <a:buClr>
                <a:schemeClr val="accent1">
                  <a:lumMod val="40000"/>
                  <a:lumOff val="60000"/>
                </a:schemeClr>
              </a:buClr>
              <a:buFont typeface="Wingdings" pitchFamily="2" charset="2"/>
              <a:buChar char="ü"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9" name="內容版面配置區 2"/>
          <p:cNvSpPr>
            <a:spLocks noGrp="1"/>
          </p:cNvSpPr>
          <p:nvPr>
            <p:ph idx="13"/>
          </p:nvPr>
        </p:nvSpPr>
        <p:spPr>
          <a:xfrm>
            <a:off x="5096790" y="1087379"/>
            <a:ext cx="4504410" cy="5344951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lnSpc>
                <a:spcPct val="120000"/>
              </a:lnSpc>
              <a:spcAft>
                <a:spcPct val="0"/>
              </a:spcAft>
              <a:buClr>
                <a:srgbClr val="79BEE8"/>
              </a:buClr>
              <a:buFont typeface="Wingdings" pitchFamily="2" charset="2"/>
              <a:buChar char="l"/>
              <a:defRPr kumimoji="1" lang="zh-TW" altLang="en-US" sz="2000" b="1" kern="120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微軟正黑體" pitchFamily="34" charset="-120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Aft>
                <a:spcPct val="0"/>
              </a:spcAft>
              <a:buClr>
                <a:srgbClr val="A3C1CC"/>
              </a:buClr>
              <a:buFont typeface="Wingdings" pitchFamily="2" charset="2"/>
              <a:buChar char="n"/>
              <a:defRPr kumimoji="1" lang="zh-TW" altLang="en-US" sz="1800" b="1" kern="120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微軟正黑體" pitchFamily="34" charset="-120"/>
                <a:cs typeface="+mn-cs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Aft>
                <a:spcPct val="0"/>
              </a:spcAft>
              <a:buClr>
                <a:schemeClr val="accent5"/>
              </a:buClr>
              <a:buFont typeface="Wingdings" pitchFamily="2" charset="2"/>
              <a:buChar char="u"/>
              <a:defRPr kumimoji="1" lang="zh-TW" altLang="en-US" sz="1600" b="1" kern="120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微軟正黑體" pitchFamily="34" charset="-120"/>
                <a:cs typeface="+mn-cs"/>
              </a:defRPr>
            </a:lvl3pPr>
            <a:lvl4pPr marL="1562100" indent="-228600">
              <a:lnSpc>
                <a:spcPct val="120000"/>
              </a:lnSpc>
              <a:buClr>
                <a:schemeClr val="accent1">
                  <a:lumMod val="40000"/>
                  <a:lumOff val="60000"/>
                </a:schemeClr>
              </a:buClr>
              <a:buFont typeface="Wingdings" pitchFamily="2" charset="2"/>
              <a:buChar char="Ø"/>
              <a:defRPr sz="1400" b="1"/>
            </a:lvl4pPr>
            <a:lvl5pPr marL="1981200" indent="-228600">
              <a:lnSpc>
                <a:spcPct val="120000"/>
              </a:lnSpc>
              <a:buClr>
                <a:schemeClr val="accent1">
                  <a:lumMod val="40000"/>
                  <a:lumOff val="60000"/>
                </a:schemeClr>
              </a:buClr>
              <a:buFont typeface="Wingdings" pitchFamily="2" charset="2"/>
              <a:buChar char="ü"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31865219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>
            <a:spLocks noGrp="1"/>
          </p:cNvSpPr>
          <p:nvPr>
            <p:ph type="title" hasCustomPrompt="1"/>
          </p:nvPr>
        </p:nvSpPr>
        <p:spPr>
          <a:xfrm>
            <a:off x="488504" y="182569"/>
            <a:ext cx="7704856" cy="908547"/>
          </a:xfrm>
          <a:prstGeom prst="rect">
            <a:avLst/>
          </a:prstGeom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lang="zh-TW" altLang="en-US" sz="2800" b="0" kern="1200" cap="none" spc="0" baseline="0" dirty="0">
                <a:ln>
                  <a:noFill/>
                </a:ln>
                <a:solidFill>
                  <a:srgbClr val="79BEE8"/>
                </a:solidFill>
                <a:effectLst/>
                <a:latin typeface="微軟正黑體" pitchFamily="34" charset="-120"/>
                <a:ea typeface="微軟正黑體" pitchFamily="34" charset="-120"/>
                <a:cs typeface="+mj-cs"/>
              </a:defRPr>
            </a:lvl1pPr>
          </a:lstStyle>
          <a:p>
            <a:r>
              <a:rPr lang="zh-TW" altLang="en-US" dirty="0"/>
              <a:t>標題</a:t>
            </a:r>
          </a:p>
        </p:txBody>
      </p:sp>
      <p:cxnSp>
        <p:nvCxnSpPr>
          <p:cNvPr id="5" name="直線接點 4"/>
          <p:cNvCxnSpPr/>
          <p:nvPr userDrawn="1"/>
        </p:nvCxnSpPr>
        <p:spPr bwMode="auto">
          <a:xfrm>
            <a:off x="560512" y="1091116"/>
            <a:ext cx="8928992" cy="0"/>
          </a:xfrm>
          <a:prstGeom prst="line">
            <a:avLst/>
          </a:prstGeom>
          <a:noFill/>
          <a:ln w="12700" cap="flat" cmpd="sng" algn="ctr">
            <a:solidFill>
              <a:srgbClr val="79BEE8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985134931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線接點 5"/>
          <p:cNvCxnSpPr/>
          <p:nvPr userDrawn="1"/>
        </p:nvCxnSpPr>
        <p:spPr bwMode="auto">
          <a:xfrm>
            <a:off x="560512" y="1091116"/>
            <a:ext cx="8928992" cy="0"/>
          </a:xfrm>
          <a:prstGeom prst="line">
            <a:avLst/>
          </a:prstGeom>
          <a:noFill/>
          <a:ln w="12700" cap="flat" cmpd="sng" algn="ctr">
            <a:solidFill>
              <a:srgbClr val="79BEE8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2873480758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95301" y="816247"/>
            <a:ext cx="3259138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95301" y="1978299"/>
            <a:ext cx="3259138" cy="447503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1" name="內容版面配置區 2"/>
          <p:cNvSpPr>
            <a:spLocks noGrp="1"/>
          </p:cNvSpPr>
          <p:nvPr>
            <p:ph idx="1"/>
          </p:nvPr>
        </p:nvSpPr>
        <p:spPr>
          <a:xfrm>
            <a:off x="3855818" y="797094"/>
            <a:ext cx="5561677" cy="5656242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lnSpc>
                <a:spcPct val="120000"/>
              </a:lnSpc>
              <a:spcAft>
                <a:spcPct val="0"/>
              </a:spcAft>
              <a:buClr>
                <a:srgbClr val="79BEE8"/>
              </a:buClr>
              <a:buFont typeface="Wingdings" pitchFamily="2" charset="2"/>
              <a:buChar char="l"/>
              <a:defRPr kumimoji="1" lang="zh-TW" altLang="en-US" sz="2000" b="1" kern="120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微軟正黑體" pitchFamily="34" charset="-120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Aft>
                <a:spcPct val="0"/>
              </a:spcAft>
              <a:buClr>
                <a:srgbClr val="A3C1CC"/>
              </a:buClr>
              <a:buFont typeface="Wingdings" pitchFamily="2" charset="2"/>
              <a:buChar char="n"/>
              <a:defRPr kumimoji="1" lang="zh-TW" altLang="en-US" sz="1800" b="1" kern="120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微軟正黑體" pitchFamily="34" charset="-120"/>
                <a:cs typeface="+mn-cs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Aft>
                <a:spcPct val="0"/>
              </a:spcAft>
              <a:buClr>
                <a:schemeClr val="accent5"/>
              </a:buClr>
              <a:buFont typeface="Wingdings" pitchFamily="2" charset="2"/>
              <a:buChar char="u"/>
              <a:defRPr kumimoji="1" lang="zh-TW" altLang="en-US" sz="1600" b="1" kern="120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微軟正黑體" pitchFamily="34" charset="-120"/>
                <a:cs typeface="+mn-cs"/>
              </a:defRPr>
            </a:lvl3pPr>
            <a:lvl4pPr marL="1562100" indent="-228600">
              <a:lnSpc>
                <a:spcPct val="120000"/>
              </a:lnSpc>
              <a:buClr>
                <a:schemeClr val="accent1">
                  <a:lumMod val="40000"/>
                  <a:lumOff val="60000"/>
                </a:schemeClr>
              </a:buClr>
              <a:buFont typeface="Wingdings" pitchFamily="2" charset="2"/>
              <a:buChar char="Ø"/>
              <a:defRPr sz="1400" b="1"/>
            </a:lvl4pPr>
            <a:lvl5pPr marL="1981200" indent="-228600">
              <a:lnSpc>
                <a:spcPct val="120000"/>
              </a:lnSpc>
              <a:buClr>
                <a:schemeClr val="accent1">
                  <a:lumMod val="40000"/>
                  <a:lumOff val="60000"/>
                </a:schemeClr>
              </a:buClr>
              <a:buFont typeface="Wingdings" pitchFamily="2" charset="2"/>
              <a:buChar char="ü"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18074824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941513" y="5009728"/>
            <a:ext cx="59436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941513" y="821903"/>
            <a:ext cx="59436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941513" y="5576466"/>
            <a:ext cx="59436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290516419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/>
          <p:cNvSpPr>
            <a:spLocks noGrp="1"/>
          </p:cNvSpPr>
          <p:nvPr>
            <p:ph type="title" hasCustomPrompt="1"/>
          </p:nvPr>
        </p:nvSpPr>
        <p:spPr>
          <a:xfrm>
            <a:off x="488504" y="182569"/>
            <a:ext cx="7704856" cy="908547"/>
          </a:xfrm>
          <a:prstGeom prst="rect">
            <a:avLst/>
          </a:prstGeom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lang="zh-TW" altLang="en-US" sz="2800" b="0" kern="1200" cap="none" spc="0" baseline="0" dirty="0">
                <a:ln>
                  <a:noFill/>
                </a:ln>
                <a:solidFill>
                  <a:srgbClr val="79BEE8"/>
                </a:solidFill>
                <a:effectLst/>
                <a:latin typeface="微軟正黑體" pitchFamily="34" charset="-120"/>
                <a:ea typeface="微軟正黑體" pitchFamily="34" charset="-120"/>
                <a:cs typeface="+mj-cs"/>
              </a:defRPr>
            </a:lvl1pPr>
          </a:lstStyle>
          <a:p>
            <a:r>
              <a:rPr lang="zh-TW" altLang="en-US" dirty="0"/>
              <a:t>標題</a:t>
            </a:r>
          </a:p>
        </p:txBody>
      </p:sp>
      <p:cxnSp>
        <p:nvCxnSpPr>
          <p:cNvPr id="7" name="直線接點 6"/>
          <p:cNvCxnSpPr/>
          <p:nvPr userDrawn="1"/>
        </p:nvCxnSpPr>
        <p:spPr bwMode="auto">
          <a:xfrm>
            <a:off x="560512" y="1091116"/>
            <a:ext cx="8928992" cy="0"/>
          </a:xfrm>
          <a:prstGeom prst="line">
            <a:avLst/>
          </a:prstGeom>
          <a:noFill/>
          <a:ln w="12700" cap="flat" cmpd="sng" algn="ctr">
            <a:solidFill>
              <a:srgbClr val="79BEE8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9" name="內容版面配置區 2"/>
          <p:cNvSpPr>
            <a:spLocks noGrp="1"/>
          </p:cNvSpPr>
          <p:nvPr>
            <p:ph idx="1"/>
          </p:nvPr>
        </p:nvSpPr>
        <p:spPr>
          <a:xfrm>
            <a:off x="493486" y="1091116"/>
            <a:ext cx="8996018" cy="5362220"/>
          </a:xfrm>
          <a:prstGeom prst="rect">
            <a:avLst/>
          </a:prstGeom>
        </p:spPr>
        <p:txBody>
          <a:bodyPr vert="eaVert"/>
          <a:lstStyle>
            <a:lvl1pPr marL="342900" indent="-342900" algn="l" rtl="0" eaLnBrk="0" fontAlgn="base" hangingPunct="0">
              <a:lnSpc>
                <a:spcPct val="120000"/>
              </a:lnSpc>
              <a:spcAft>
                <a:spcPct val="0"/>
              </a:spcAft>
              <a:buClr>
                <a:srgbClr val="79BEE8"/>
              </a:buClr>
              <a:buFont typeface="Wingdings" pitchFamily="2" charset="2"/>
              <a:buChar char="l"/>
              <a:defRPr kumimoji="1" lang="zh-TW" altLang="en-US" sz="2000" b="1" kern="120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微軟正黑體" pitchFamily="34" charset="-120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Aft>
                <a:spcPct val="0"/>
              </a:spcAft>
              <a:buClr>
                <a:srgbClr val="A3C1CC"/>
              </a:buClr>
              <a:buFont typeface="Wingdings" pitchFamily="2" charset="2"/>
              <a:buChar char="n"/>
              <a:defRPr kumimoji="1" lang="zh-TW" altLang="en-US" sz="1800" b="1" kern="120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微軟正黑體" pitchFamily="34" charset="-120"/>
                <a:cs typeface="+mn-cs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Aft>
                <a:spcPct val="0"/>
              </a:spcAft>
              <a:buClr>
                <a:schemeClr val="accent5"/>
              </a:buClr>
              <a:buFont typeface="Wingdings" pitchFamily="2" charset="2"/>
              <a:buChar char="u"/>
              <a:defRPr kumimoji="1" lang="zh-TW" altLang="en-US" sz="1600" b="1" kern="120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微軟正黑體" pitchFamily="34" charset="-120"/>
                <a:cs typeface="+mn-cs"/>
              </a:defRPr>
            </a:lvl3pPr>
            <a:lvl4pPr marL="1562100" indent="-228600">
              <a:lnSpc>
                <a:spcPct val="120000"/>
              </a:lnSpc>
              <a:buClr>
                <a:schemeClr val="accent1">
                  <a:lumMod val="40000"/>
                  <a:lumOff val="60000"/>
                </a:schemeClr>
              </a:buClr>
              <a:buFont typeface="Wingdings" pitchFamily="2" charset="2"/>
              <a:buChar char="Ø"/>
              <a:defRPr sz="1400" b="1"/>
            </a:lvl4pPr>
            <a:lvl5pPr marL="1981200" indent="-228600">
              <a:lnSpc>
                <a:spcPct val="120000"/>
              </a:lnSpc>
              <a:buClr>
                <a:schemeClr val="accent1">
                  <a:lumMod val="40000"/>
                  <a:lumOff val="60000"/>
                </a:schemeClr>
              </a:buClr>
              <a:buFont typeface="Wingdings" pitchFamily="2" charset="2"/>
              <a:buChar char="ü"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1880034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7077075" y="943002"/>
            <a:ext cx="2105025" cy="5499840"/>
          </a:xfrm>
          <a:prstGeom prst="rect">
            <a:avLst/>
          </a:prstGeo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6" name="內容版面配置區 2"/>
          <p:cNvSpPr>
            <a:spLocks noGrp="1"/>
          </p:cNvSpPr>
          <p:nvPr>
            <p:ph idx="1"/>
          </p:nvPr>
        </p:nvSpPr>
        <p:spPr>
          <a:xfrm>
            <a:off x="493486" y="957943"/>
            <a:ext cx="6502400" cy="5495393"/>
          </a:xfrm>
          <a:prstGeom prst="rect">
            <a:avLst/>
          </a:prstGeom>
        </p:spPr>
        <p:txBody>
          <a:bodyPr vert="eaVert"/>
          <a:lstStyle>
            <a:lvl1pPr marL="342900" indent="-342900" algn="l" rtl="0" eaLnBrk="0" fontAlgn="base" hangingPunct="0">
              <a:lnSpc>
                <a:spcPct val="120000"/>
              </a:lnSpc>
              <a:spcAft>
                <a:spcPct val="0"/>
              </a:spcAft>
              <a:buClr>
                <a:srgbClr val="79BEE8"/>
              </a:buClr>
              <a:buFont typeface="Wingdings" pitchFamily="2" charset="2"/>
              <a:buChar char="l"/>
              <a:defRPr kumimoji="1" lang="zh-TW" altLang="en-US" sz="2000" b="1" kern="120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微軟正黑體" pitchFamily="34" charset="-120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Aft>
                <a:spcPct val="0"/>
              </a:spcAft>
              <a:buClr>
                <a:srgbClr val="A3C1CC"/>
              </a:buClr>
              <a:buFont typeface="Wingdings" pitchFamily="2" charset="2"/>
              <a:buChar char="n"/>
              <a:defRPr kumimoji="1" lang="zh-TW" altLang="en-US" sz="1800" b="1" kern="120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微軟正黑體" pitchFamily="34" charset="-120"/>
                <a:cs typeface="+mn-cs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Aft>
                <a:spcPct val="0"/>
              </a:spcAft>
              <a:buClr>
                <a:schemeClr val="accent5"/>
              </a:buClr>
              <a:buFont typeface="Wingdings" pitchFamily="2" charset="2"/>
              <a:buChar char="u"/>
              <a:defRPr kumimoji="1" lang="zh-TW" altLang="en-US" sz="1600" b="1" kern="120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微軟正黑體" pitchFamily="34" charset="-120"/>
                <a:cs typeface="+mn-cs"/>
              </a:defRPr>
            </a:lvl3pPr>
            <a:lvl4pPr marL="1562100" indent="-228600">
              <a:lnSpc>
                <a:spcPct val="120000"/>
              </a:lnSpc>
              <a:buClr>
                <a:schemeClr val="accent1">
                  <a:lumMod val="40000"/>
                  <a:lumOff val="60000"/>
                </a:schemeClr>
              </a:buClr>
              <a:buFont typeface="Wingdings" pitchFamily="2" charset="2"/>
              <a:buChar char="Ø"/>
              <a:defRPr sz="1400" b="1"/>
            </a:lvl4pPr>
            <a:lvl5pPr marL="1981200" indent="-228600">
              <a:lnSpc>
                <a:spcPct val="120000"/>
              </a:lnSpc>
              <a:buClr>
                <a:schemeClr val="accent1">
                  <a:lumMod val="40000"/>
                  <a:lumOff val="60000"/>
                </a:schemeClr>
              </a:buClr>
              <a:buFont typeface="Wingdings" pitchFamily="2" charset="2"/>
              <a:buChar char="ü"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17853568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，文字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/>
          <p:cNvSpPr>
            <a:spLocks noGrp="1"/>
          </p:cNvSpPr>
          <p:nvPr>
            <p:ph type="title" hasCustomPrompt="1"/>
          </p:nvPr>
        </p:nvSpPr>
        <p:spPr>
          <a:xfrm>
            <a:off x="488504" y="182569"/>
            <a:ext cx="7704856" cy="908547"/>
          </a:xfrm>
          <a:prstGeom prst="rect">
            <a:avLst/>
          </a:prstGeom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lang="zh-TW" altLang="en-US" sz="2800" b="0" kern="1200" cap="none" spc="0" baseline="0" dirty="0">
                <a:ln>
                  <a:noFill/>
                </a:ln>
                <a:solidFill>
                  <a:srgbClr val="79BEE8"/>
                </a:solidFill>
                <a:effectLst/>
                <a:latin typeface="微軟正黑體" pitchFamily="34" charset="-120"/>
                <a:ea typeface="微軟正黑體" pitchFamily="34" charset="-120"/>
                <a:cs typeface="+mj-cs"/>
              </a:defRPr>
            </a:lvl1pPr>
          </a:lstStyle>
          <a:p>
            <a:r>
              <a:rPr lang="zh-TW" altLang="en-US" dirty="0"/>
              <a:t>標題</a:t>
            </a:r>
          </a:p>
        </p:txBody>
      </p:sp>
      <p:cxnSp>
        <p:nvCxnSpPr>
          <p:cNvPr id="7" name="直線接點 6"/>
          <p:cNvCxnSpPr/>
          <p:nvPr userDrawn="1"/>
        </p:nvCxnSpPr>
        <p:spPr bwMode="auto">
          <a:xfrm>
            <a:off x="560512" y="1091116"/>
            <a:ext cx="8928992" cy="0"/>
          </a:xfrm>
          <a:prstGeom prst="line">
            <a:avLst/>
          </a:prstGeom>
          <a:noFill/>
          <a:ln w="12700" cap="flat" cmpd="sng" algn="ctr">
            <a:solidFill>
              <a:srgbClr val="79BEE8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8" name="內容版面配置區 2"/>
          <p:cNvSpPr>
            <a:spLocks noGrp="1"/>
          </p:cNvSpPr>
          <p:nvPr>
            <p:ph idx="1"/>
          </p:nvPr>
        </p:nvSpPr>
        <p:spPr>
          <a:xfrm>
            <a:off x="488504" y="1087379"/>
            <a:ext cx="4504410" cy="5344951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lnSpc>
                <a:spcPct val="120000"/>
              </a:lnSpc>
              <a:spcAft>
                <a:spcPct val="0"/>
              </a:spcAft>
              <a:buClr>
                <a:srgbClr val="79BEE8"/>
              </a:buClr>
              <a:buFont typeface="Wingdings" pitchFamily="2" charset="2"/>
              <a:buChar char="l"/>
              <a:defRPr kumimoji="1" lang="zh-TW" altLang="en-US" sz="2000" b="1" kern="120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微軟正黑體" pitchFamily="34" charset="-120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Aft>
                <a:spcPct val="0"/>
              </a:spcAft>
              <a:buClr>
                <a:srgbClr val="A3C1CC"/>
              </a:buClr>
              <a:buFont typeface="Wingdings" pitchFamily="2" charset="2"/>
              <a:buChar char="n"/>
              <a:defRPr kumimoji="1" lang="zh-TW" altLang="en-US" sz="1800" b="1" kern="120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微軟正黑體" pitchFamily="34" charset="-120"/>
                <a:cs typeface="+mn-cs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Aft>
                <a:spcPct val="0"/>
              </a:spcAft>
              <a:buClr>
                <a:schemeClr val="accent5"/>
              </a:buClr>
              <a:buFont typeface="Wingdings" pitchFamily="2" charset="2"/>
              <a:buChar char="u"/>
              <a:defRPr kumimoji="1" lang="zh-TW" altLang="en-US" sz="1600" b="1" kern="120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微軟正黑體" pitchFamily="34" charset="-120"/>
                <a:cs typeface="+mn-cs"/>
              </a:defRPr>
            </a:lvl3pPr>
            <a:lvl4pPr marL="1562100" indent="-228600">
              <a:lnSpc>
                <a:spcPct val="120000"/>
              </a:lnSpc>
              <a:buClr>
                <a:schemeClr val="accent1">
                  <a:lumMod val="40000"/>
                  <a:lumOff val="60000"/>
                </a:schemeClr>
              </a:buClr>
              <a:buFont typeface="Wingdings" pitchFamily="2" charset="2"/>
              <a:buChar char="Ø"/>
              <a:defRPr sz="1400" b="1"/>
            </a:lvl4pPr>
            <a:lvl5pPr marL="1981200" indent="-228600">
              <a:lnSpc>
                <a:spcPct val="120000"/>
              </a:lnSpc>
              <a:buClr>
                <a:schemeClr val="accent1">
                  <a:lumMod val="40000"/>
                  <a:lumOff val="60000"/>
                </a:schemeClr>
              </a:buClr>
              <a:buFont typeface="Wingdings" pitchFamily="2" charset="2"/>
              <a:buChar char="ü"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9" name="內容版面配置區 2"/>
          <p:cNvSpPr>
            <a:spLocks noGrp="1"/>
          </p:cNvSpPr>
          <p:nvPr>
            <p:ph idx="13"/>
          </p:nvPr>
        </p:nvSpPr>
        <p:spPr>
          <a:xfrm>
            <a:off x="5096790" y="1087379"/>
            <a:ext cx="4504410" cy="5344951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lnSpc>
                <a:spcPct val="120000"/>
              </a:lnSpc>
              <a:spcAft>
                <a:spcPct val="0"/>
              </a:spcAft>
              <a:buClr>
                <a:srgbClr val="79BEE8"/>
              </a:buClr>
              <a:buFont typeface="Wingdings" pitchFamily="2" charset="2"/>
              <a:buChar char="l"/>
              <a:defRPr kumimoji="1" lang="zh-TW" altLang="en-US" sz="2000" b="1" kern="120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微軟正黑體" pitchFamily="34" charset="-120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Aft>
                <a:spcPct val="0"/>
              </a:spcAft>
              <a:buClr>
                <a:srgbClr val="A3C1CC"/>
              </a:buClr>
              <a:buFont typeface="Wingdings" pitchFamily="2" charset="2"/>
              <a:buChar char="n"/>
              <a:defRPr kumimoji="1" lang="zh-TW" altLang="en-US" sz="1800" b="1" kern="120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微軟正黑體" pitchFamily="34" charset="-120"/>
                <a:cs typeface="+mn-cs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Aft>
                <a:spcPct val="0"/>
              </a:spcAft>
              <a:buClr>
                <a:schemeClr val="accent5"/>
              </a:buClr>
              <a:buFont typeface="Wingdings" pitchFamily="2" charset="2"/>
              <a:buChar char="u"/>
              <a:defRPr kumimoji="1" lang="zh-TW" altLang="en-US" sz="1600" b="1" kern="120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微軟正黑體" pitchFamily="34" charset="-120"/>
                <a:cs typeface="+mn-cs"/>
              </a:defRPr>
            </a:lvl3pPr>
            <a:lvl4pPr marL="1562100" indent="-228600">
              <a:lnSpc>
                <a:spcPct val="120000"/>
              </a:lnSpc>
              <a:buClr>
                <a:schemeClr val="accent1">
                  <a:lumMod val="40000"/>
                  <a:lumOff val="60000"/>
                </a:schemeClr>
              </a:buClr>
              <a:buFont typeface="Wingdings" pitchFamily="2" charset="2"/>
              <a:buChar char="Ø"/>
              <a:defRPr sz="1400" b="1"/>
            </a:lvl4pPr>
            <a:lvl5pPr marL="1981200" indent="-228600">
              <a:lnSpc>
                <a:spcPct val="120000"/>
              </a:lnSpc>
              <a:buClr>
                <a:schemeClr val="accent1">
                  <a:lumMod val="40000"/>
                  <a:lumOff val="60000"/>
                </a:schemeClr>
              </a:buClr>
              <a:buFont typeface="Wingdings" pitchFamily="2" charset="2"/>
              <a:buChar char="ü"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52360052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，1 個大物件與 2 個小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1"/>
          <p:cNvSpPr>
            <a:spLocks noGrp="1"/>
          </p:cNvSpPr>
          <p:nvPr>
            <p:ph type="title" hasCustomPrompt="1"/>
          </p:nvPr>
        </p:nvSpPr>
        <p:spPr>
          <a:xfrm>
            <a:off x="488504" y="182569"/>
            <a:ext cx="7704856" cy="908547"/>
          </a:xfrm>
          <a:prstGeom prst="rect">
            <a:avLst/>
          </a:prstGeom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lang="zh-TW" altLang="en-US" sz="2800" b="0" kern="1200" cap="none" spc="0" baseline="0" dirty="0">
                <a:ln>
                  <a:noFill/>
                </a:ln>
                <a:solidFill>
                  <a:srgbClr val="79BEE8"/>
                </a:solidFill>
                <a:effectLst/>
                <a:latin typeface="微軟正黑體" pitchFamily="34" charset="-120"/>
                <a:ea typeface="微軟正黑體" pitchFamily="34" charset="-120"/>
                <a:cs typeface="+mj-cs"/>
              </a:defRPr>
            </a:lvl1pPr>
          </a:lstStyle>
          <a:p>
            <a:r>
              <a:rPr lang="zh-TW" altLang="en-US" dirty="0"/>
              <a:t>標題</a:t>
            </a:r>
          </a:p>
        </p:txBody>
      </p:sp>
      <p:cxnSp>
        <p:nvCxnSpPr>
          <p:cNvPr id="8" name="直線接點 7"/>
          <p:cNvCxnSpPr/>
          <p:nvPr userDrawn="1"/>
        </p:nvCxnSpPr>
        <p:spPr bwMode="auto">
          <a:xfrm>
            <a:off x="560512" y="1091116"/>
            <a:ext cx="8928992" cy="0"/>
          </a:xfrm>
          <a:prstGeom prst="line">
            <a:avLst/>
          </a:prstGeom>
          <a:noFill/>
          <a:ln w="12700" cap="flat" cmpd="sng" algn="ctr">
            <a:solidFill>
              <a:srgbClr val="79BEE8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9" name="內容版面配置區 2"/>
          <p:cNvSpPr>
            <a:spLocks noGrp="1"/>
          </p:cNvSpPr>
          <p:nvPr>
            <p:ph idx="1"/>
          </p:nvPr>
        </p:nvSpPr>
        <p:spPr>
          <a:xfrm>
            <a:off x="488504" y="1087379"/>
            <a:ext cx="4504410" cy="5344951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lnSpc>
                <a:spcPct val="120000"/>
              </a:lnSpc>
              <a:spcAft>
                <a:spcPct val="0"/>
              </a:spcAft>
              <a:buClr>
                <a:srgbClr val="79BEE8"/>
              </a:buClr>
              <a:buFont typeface="Wingdings" pitchFamily="2" charset="2"/>
              <a:buChar char="l"/>
              <a:defRPr kumimoji="1" lang="zh-TW" altLang="en-US" sz="2000" b="1" kern="120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微軟正黑體" pitchFamily="34" charset="-120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Aft>
                <a:spcPct val="0"/>
              </a:spcAft>
              <a:buClr>
                <a:srgbClr val="A3C1CC"/>
              </a:buClr>
              <a:buFont typeface="Wingdings" pitchFamily="2" charset="2"/>
              <a:buChar char="n"/>
              <a:defRPr kumimoji="1" lang="zh-TW" altLang="en-US" sz="1800" b="1" kern="120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微軟正黑體" pitchFamily="34" charset="-120"/>
                <a:cs typeface="+mn-cs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Aft>
                <a:spcPct val="0"/>
              </a:spcAft>
              <a:buClr>
                <a:schemeClr val="accent5"/>
              </a:buClr>
              <a:buFont typeface="Wingdings" pitchFamily="2" charset="2"/>
              <a:buChar char="u"/>
              <a:defRPr kumimoji="1" lang="zh-TW" altLang="en-US" sz="1600" b="1" kern="120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微軟正黑體" pitchFamily="34" charset="-120"/>
                <a:cs typeface="+mn-cs"/>
              </a:defRPr>
            </a:lvl3pPr>
            <a:lvl4pPr marL="1562100" indent="-228600">
              <a:lnSpc>
                <a:spcPct val="120000"/>
              </a:lnSpc>
              <a:buClr>
                <a:schemeClr val="accent1">
                  <a:lumMod val="40000"/>
                  <a:lumOff val="60000"/>
                </a:schemeClr>
              </a:buClr>
              <a:buFont typeface="Wingdings" pitchFamily="2" charset="2"/>
              <a:buChar char="Ø"/>
              <a:defRPr sz="1400" b="1"/>
            </a:lvl4pPr>
            <a:lvl5pPr marL="1981200" indent="-228600">
              <a:lnSpc>
                <a:spcPct val="120000"/>
              </a:lnSpc>
              <a:buClr>
                <a:schemeClr val="accent1">
                  <a:lumMod val="40000"/>
                  <a:lumOff val="60000"/>
                </a:schemeClr>
              </a:buClr>
              <a:buFont typeface="Wingdings" pitchFamily="2" charset="2"/>
              <a:buChar char="ü"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10" name="內容版面配置區 2"/>
          <p:cNvSpPr>
            <a:spLocks noGrp="1"/>
          </p:cNvSpPr>
          <p:nvPr>
            <p:ph idx="13"/>
          </p:nvPr>
        </p:nvSpPr>
        <p:spPr>
          <a:xfrm>
            <a:off x="5096790" y="1087379"/>
            <a:ext cx="4504410" cy="5344951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lnSpc>
                <a:spcPct val="120000"/>
              </a:lnSpc>
              <a:spcAft>
                <a:spcPct val="0"/>
              </a:spcAft>
              <a:buClr>
                <a:srgbClr val="79BEE8"/>
              </a:buClr>
              <a:buFont typeface="Wingdings" pitchFamily="2" charset="2"/>
              <a:buChar char="l"/>
              <a:defRPr kumimoji="1" lang="zh-TW" altLang="en-US" sz="2000" b="1" kern="120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微軟正黑體" pitchFamily="34" charset="-120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Aft>
                <a:spcPct val="0"/>
              </a:spcAft>
              <a:buClr>
                <a:srgbClr val="A3C1CC"/>
              </a:buClr>
              <a:buFont typeface="Wingdings" pitchFamily="2" charset="2"/>
              <a:buChar char="n"/>
              <a:defRPr kumimoji="1" lang="zh-TW" altLang="en-US" sz="1800" b="1" kern="120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微軟正黑體" pitchFamily="34" charset="-120"/>
                <a:cs typeface="+mn-cs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Aft>
                <a:spcPct val="0"/>
              </a:spcAft>
              <a:buClr>
                <a:schemeClr val="accent5"/>
              </a:buClr>
              <a:buFont typeface="Wingdings" pitchFamily="2" charset="2"/>
              <a:buChar char="u"/>
              <a:defRPr kumimoji="1" lang="zh-TW" altLang="en-US" sz="1600" b="1" kern="120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微軟正黑體" pitchFamily="34" charset="-120"/>
                <a:cs typeface="+mn-cs"/>
              </a:defRPr>
            </a:lvl3pPr>
            <a:lvl4pPr marL="1562100" indent="-228600">
              <a:lnSpc>
                <a:spcPct val="120000"/>
              </a:lnSpc>
              <a:buClr>
                <a:schemeClr val="accent1">
                  <a:lumMod val="40000"/>
                  <a:lumOff val="60000"/>
                </a:schemeClr>
              </a:buClr>
              <a:buFont typeface="Wingdings" pitchFamily="2" charset="2"/>
              <a:buChar char="Ø"/>
              <a:defRPr sz="1400" b="1"/>
            </a:lvl4pPr>
            <a:lvl5pPr marL="1981200" indent="-228600">
              <a:lnSpc>
                <a:spcPct val="120000"/>
              </a:lnSpc>
              <a:buClr>
                <a:schemeClr val="accent1">
                  <a:lumMod val="40000"/>
                  <a:lumOff val="60000"/>
                </a:schemeClr>
              </a:buClr>
              <a:buFont typeface="Wingdings" pitchFamily="2" charset="2"/>
              <a:buChar char="ü"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670516429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物件">
  <p:cSld name="1_標題及物件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6"/>
          <p:cNvSpPr txBox="1">
            <a:spLocks noGrp="1"/>
          </p:cNvSpPr>
          <p:nvPr>
            <p:ph type="body" idx="1"/>
          </p:nvPr>
        </p:nvSpPr>
        <p:spPr>
          <a:xfrm>
            <a:off x="488504" y="1087388"/>
            <a:ext cx="9001000" cy="5344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371475" marR="0" lvl="0" indent="-278606" algn="l" rtl="0">
              <a:lnSpc>
                <a:spcPct val="120000"/>
              </a:lnSpc>
              <a:spcBef>
                <a:spcPts val="813"/>
              </a:spcBef>
              <a:spcAft>
                <a:spcPts val="0"/>
              </a:spcAft>
              <a:buClr>
                <a:srgbClr val="79BEE8"/>
              </a:buClr>
              <a:buSzPts val="1800"/>
              <a:buFont typeface="Noto Sans Symbols"/>
              <a:buChar char="●"/>
              <a:defRPr sz="1625" b="1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742950" marR="0" lvl="1" indent="-269319" algn="l" rtl="0">
              <a:lnSpc>
                <a:spcPct val="120000"/>
              </a:lnSpc>
              <a:spcBef>
                <a:spcPts val="293"/>
              </a:spcBef>
              <a:spcAft>
                <a:spcPts val="0"/>
              </a:spcAft>
              <a:buClr>
                <a:srgbClr val="A3C1CC"/>
              </a:buClr>
              <a:buSzPts val="1620"/>
              <a:buFont typeface="Noto Sans Symbols"/>
              <a:buChar char="■"/>
              <a:defRPr sz="1463" b="1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114425" marR="0" lvl="2" indent="-237744" algn="l" rtl="0">
              <a:lnSpc>
                <a:spcPct val="120000"/>
              </a:lnSpc>
              <a:spcBef>
                <a:spcPts val="260"/>
              </a:spcBef>
              <a:spcAft>
                <a:spcPts val="0"/>
              </a:spcAft>
              <a:buClr>
                <a:schemeClr val="accent5"/>
              </a:buClr>
              <a:buSzPts val="1008"/>
              <a:buFont typeface="Noto Sans Symbols"/>
              <a:buChar char="◆"/>
              <a:defRPr sz="1300" b="1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485900" marR="0" lvl="3" indent="-257969" algn="l" rtl="0">
              <a:lnSpc>
                <a:spcPct val="120000"/>
              </a:lnSpc>
              <a:spcBef>
                <a:spcPts val="228"/>
              </a:spcBef>
              <a:spcAft>
                <a:spcPts val="0"/>
              </a:spcAft>
              <a:buClr>
                <a:srgbClr val="BED1FE"/>
              </a:buClr>
              <a:buSzPts val="1400"/>
              <a:buFont typeface="Noto Sans Symbols"/>
              <a:buChar char="⮚"/>
              <a:defRPr sz="1138" b="1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1857375" marR="0" lvl="4" indent="-257969" algn="l" rtl="0">
              <a:lnSpc>
                <a:spcPct val="120000"/>
              </a:lnSpc>
              <a:spcBef>
                <a:spcPts val="228"/>
              </a:spcBef>
              <a:spcAft>
                <a:spcPts val="0"/>
              </a:spcAft>
              <a:buClr>
                <a:srgbClr val="BED1FE"/>
              </a:buClr>
              <a:buSzPts val="1400"/>
              <a:buFont typeface="Noto Sans Symbols"/>
              <a:buChar char="✔"/>
              <a:defRPr sz="1138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2228850" marR="0" lvl="5" indent="-257969" algn="l" rtl="0">
              <a:lnSpc>
                <a:spcPct val="100000"/>
              </a:lnSpc>
              <a:spcBef>
                <a:spcPts val="228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13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600325" marR="0" lvl="6" indent="-257969" algn="l" rtl="0">
              <a:lnSpc>
                <a:spcPct val="100000"/>
              </a:lnSpc>
              <a:spcBef>
                <a:spcPts val="228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13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2971800" marR="0" lvl="7" indent="-257969" algn="l" rtl="0">
              <a:lnSpc>
                <a:spcPct val="100000"/>
              </a:lnSpc>
              <a:spcBef>
                <a:spcPts val="228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13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343275" marR="0" lvl="8" indent="-257969" algn="l" rtl="0">
              <a:lnSpc>
                <a:spcPct val="100000"/>
              </a:lnSpc>
              <a:spcBef>
                <a:spcPts val="228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13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" name="Google Shape;16;p6"/>
          <p:cNvSpPr txBox="1">
            <a:spLocks noGrp="1"/>
          </p:cNvSpPr>
          <p:nvPr>
            <p:ph type="title"/>
          </p:nvPr>
        </p:nvSpPr>
        <p:spPr>
          <a:xfrm>
            <a:off x="488504" y="182584"/>
            <a:ext cx="7704856" cy="9085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75" b="0" i="0" u="none" strike="noStrike" cap="none">
                <a:solidFill>
                  <a:srgbClr val="79BEE8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600" b="1" i="0" u="none" strike="noStrike" cap="none">
                <a:solidFill>
                  <a:srgbClr val="40404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600" b="1" i="0" u="none" strike="noStrike" cap="none">
                <a:solidFill>
                  <a:srgbClr val="40404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600" b="1" i="0" u="none" strike="noStrike" cap="none">
                <a:solidFill>
                  <a:srgbClr val="40404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600" b="1" i="0" u="none" strike="noStrike" cap="none">
                <a:solidFill>
                  <a:srgbClr val="40404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17" name="Google Shape;17;p6"/>
          <p:cNvCxnSpPr/>
          <p:nvPr/>
        </p:nvCxnSpPr>
        <p:spPr>
          <a:xfrm>
            <a:off x="560513" y="1091116"/>
            <a:ext cx="8928992" cy="0"/>
          </a:xfrm>
          <a:prstGeom prst="straightConnector1">
            <a:avLst/>
          </a:prstGeom>
          <a:noFill/>
          <a:ln w="12700" cap="flat" cmpd="sng">
            <a:solidFill>
              <a:srgbClr val="79BEE8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8" name="Google Shape;18;p6"/>
          <p:cNvSpPr txBox="1">
            <a:spLocks noGrp="1"/>
          </p:cNvSpPr>
          <p:nvPr>
            <p:ph type="sldNum" idx="12"/>
          </p:nvPr>
        </p:nvSpPr>
        <p:spPr>
          <a:xfrm>
            <a:off x="3584848" y="6433514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75" b="1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75" b="1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75" b="1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75" b="1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75" b="1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75" b="1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75" b="1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75" b="1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75" b="1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fld id="{00000000-1234-1234-1234-123412341234}" type="slidenum">
              <a:rPr lang="en-US" kern="0" smtClean="0"/>
              <a:pPr/>
              <a:t>‹#›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17043588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6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g"/><Relationship Id="rId20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E8C47F58-1EA5-4CEF-862D-96F58FF99267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pic>
        <p:nvPicPr>
          <p:cNvPr id="4" name="圖片 3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9384" y="6433499"/>
            <a:ext cx="1375020" cy="355608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6034" y="6433499"/>
            <a:ext cx="1375020" cy="35560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44" r:id="rId1"/>
    <p:sldLayoutId id="2147484045" r:id="rId2"/>
    <p:sldLayoutId id="2147484046" r:id="rId3"/>
    <p:sldLayoutId id="2147484047" r:id="rId4"/>
    <p:sldLayoutId id="2147484057" r:id="rId5"/>
    <p:sldLayoutId id="2147484049" r:id="rId6"/>
    <p:sldLayoutId id="2147484050" r:id="rId7"/>
    <p:sldLayoutId id="2147484051" r:id="rId8"/>
    <p:sldLayoutId id="2147484052" r:id="rId9"/>
    <p:sldLayoutId id="2147484053" r:id="rId10"/>
    <p:sldLayoutId id="2147484054" r:id="rId11"/>
    <p:sldLayoutId id="2147484055" r:id="rId12"/>
    <p:sldLayoutId id="2147484056" r:id="rId13"/>
    <p:sldLayoutId id="2147484058" r:id="rId14"/>
  </p:sldLayoutIdLst>
  <p:transition spd="med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lang="zh-TW" altLang="en-US" sz="3200" b="1" dirty="0">
          <a:solidFill>
            <a:srgbClr val="404040"/>
          </a:solidFill>
          <a:latin typeface="+mn-lt"/>
          <a:ea typeface="微軟正黑體" pitchFamily="34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rgbClr val="404040"/>
          </a:solidFill>
          <a:latin typeface="Tahoma" pitchFamily="34" charset="0"/>
          <a:ea typeface="微軟正黑體" pitchFamily="34" charset="-12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rgbClr val="404040"/>
          </a:solidFill>
          <a:latin typeface="Tahoma" pitchFamily="34" charset="0"/>
          <a:ea typeface="微軟正黑體" pitchFamily="34" charset="-12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rgbClr val="404040"/>
          </a:solidFill>
          <a:latin typeface="Tahoma" pitchFamily="34" charset="0"/>
          <a:ea typeface="微軟正黑體" pitchFamily="34" charset="-12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rgbClr val="404040"/>
          </a:solidFill>
          <a:latin typeface="Tahoma" pitchFamily="34" charset="0"/>
          <a:ea typeface="微軟正黑體" pitchFamily="34" charset="-12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pitchFamily="34" charset="0"/>
          <a:ea typeface="AR MinchoL JIS" pitchFamily="49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pitchFamily="34" charset="0"/>
          <a:ea typeface="AR MinchoL JIS" pitchFamily="49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pitchFamily="34" charset="0"/>
          <a:ea typeface="AR MinchoL JIS" pitchFamily="49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pitchFamily="34" charset="0"/>
          <a:ea typeface="AR MinchoL JIS" pitchFamily="49" charset="-128"/>
        </a:defRPr>
      </a:lvl9pPr>
    </p:titleStyle>
    <p:bodyStyle>
      <a:lvl1pPr marL="342900" indent="-342900" algn="l" rtl="0" eaLnBrk="1" fontAlgn="base" hangingPunct="1">
        <a:lnSpc>
          <a:spcPct val="110000"/>
        </a:lnSpc>
        <a:spcBef>
          <a:spcPct val="50000"/>
        </a:spcBef>
        <a:spcAft>
          <a:spcPct val="0"/>
        </a:spcAft>
        <a:buClr>
          <a:schemeClr val="accent2"/>
        </a:buClr>
        <a:buSzPct val="90000"/>
        <a:buBlip>
          <a:blip r:embed="rId18"/>
        </a:buBlip>
        <a:defRPr kumimoji="1" sz="2400" b="1">
          <a:solidFill>
            <a:schemeClr val="tx1"/>
          </a:solidFill>
          <a:latin typeface="+mn-lt"/>
          <a:ea typeface="微軟正黑體" pitchFamily="34" charset="-120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90000"/>
        <a:buBlip>
          <a:blip r:embed="rId19"/>
        </a:buBlip>
        <a:defRPr kumimoji="1" sz="2000" b="1">
          <a:solidFill>
            <a:schemeClr val="tx1"/>
          </a:solidFill>
          <a:latin typeface="+mn-lt"/>
          <a:ea typeface="微軟正黑體" pitchFamily="34" charset="-12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63000"/>
        <a:buBlip>
          <a:blip r:embed="rId20"/>
        </a:buBlip>
        <a:defRPr kumimoji="1" b="1">
          <a:solidFill>
            <a:schemeClr val="tx1"/>
          </a:solidFill>
          <a:latin typeface="+mn-lt"/>
          <a:ea typeface="微軟正黑體" pitchFamily="34" charset="-120"/>
        </a:defRPr>
      </a:lvl3pPr>
      <a:lvl4pPr marL="15621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–"/>
        <a:defRPr kumimoji="1" sz="1600">
          <a:solidFill>
            <a:schemeClr val="tx1"/>
          </a:solidFill>
          <a:latin typeface="+mn-lt"/>
          <a:ea typeface="微軟正黑體" pitchFamily="34" charset="-120"/>
        </a:defRPr>
      </a:lvl4pPr>
      <a:lvl5pPr marL="19812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Blip>
          <a:blip r:embed="rId21"/>
        </a:buBlip>
        <a:defRPr kumimoji="1" sz="1400">
          <a:solidFill>
            <a:schemeClr val="tx1"/>
          </a:solidFill>
          <a:latin typeface="+mn-lt"/>
          <a:ea typeface="微軟正黑體" pitchFamily="34" charset="-120"/>
        </a:defRPr>
      </a:lvl5pPr>
      <a:lvl6pPr marL="24384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•"/>
        <a:defRPr kumimoji="1" sz="1400">
          <a:solidFill>
            <a:schemeClr val="tx1"/>
          </a:solidFill>
          <a:latin typeface="+mj-lt"/>
          <a:ea typeface="+mn-ea"/>
        </a:defRPr>
      </a:lvl6pPr>
      <a:lvl7pPr marL="28956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•"/>
        <a:defRPr kumimoji="1" sz="1400">
          <a:solidFill>
            <a:schemeClr val="tx1"/>
          </a:solidFill>
          <a:latin typeface="+mj-lt"/>
          <a:ea typeface="+mn-ea"/>
        </a:defRPr>
      </a:lvl7pPr>
      <a:lvl8pPr marL="33528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•"/>
        <a:defRPr kumimoji="1" sz="1400">
          <a:solidFill>
            <a:schemeClr val="tx1"/>
          </a:solidFill>
          <a:latin typeface="+mj-lt"/>
          <a:ea typeface="+mn-ea"/>
        </a:defRPr>
      </a:lvl8pPr>
      <a:lvl9pPr marL="38100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•"/>
        <a:defRPr kumimoji="1" sz="1400">
          <a:solidFill>
            <a:schemeClr val="tx1"/>
          </a:solidFill>
          <a:latin typeface="+mj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br>
              <a:rPr lang="en-US" altLang="zh-TW" dirty="0"/>
            </a:b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485900" y="4844752"/>
            <a:ext cx="6934200" cy="600472"/>
          </a:xfrm>
        </p:spPr>
        <p:txBody>
          <a:bodyPr/>
          <a:lstStyle/>
          <a:p>
            <a:r>
              <a:rPr lang="en-US" altLang="zh-CN" dirty="0"/>
              <a:t>Koshino</a:t>
            </a:r>
          </a:p>
          <a:p>
            <a:r>
              <a:rPr lang="en-US" altLang="zh-TW" dirty="0"/>
              <a:t>2025/01/15</a:t>
            </a:r>
            <a:endParaRPr lang="zh-TW" altLang="en-US" dirty="0"/>
          </a:p>
          <a:p>
            <a:endParaRPr lang="zh-TW" altLang="en-US" dirty="0"/>
          </a:p>
        </p:txBody>
      </p:sp>
      <p:sp>
        <p:nvSpPr>
          <p:cNvPr id="4" name="標題 1">
            <a:extLst>
              <a:ext uri="{FF2B5EF4-FFF2-40B4-BE49-F238E27FC236}">
                <a16:creationId xmlns:a16="http://schemas.microsoft.com/office/drawing/2014/main" id="{49AE48B4-323D-C7B2-F8A0-E8E87247A1CC}"/>
              </a:ext>
            </a:extLst>
          </p:cNvPr>
          <p:cNvSpPr txBox="1">
            <a:spLocks/>
          </p:cNvSpPr>
          <p:nvPr/>
        </p:nvSpPr>
        <p:spPr>
          <a:xfrm>
            <a:off x="-228600" y="2852936"/>
            <a:ext cx="10363200" cy="720080"/>
          </a:xfrm>
          <a:prstGeom prst="rect">
            <a:avLst/>
          </a:prstGeom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lang="zh-TW" altLang="en-US" sz="4000" b="1" kern="1200" dirty="0">
                <a:solidFill>
                  <a:srgbClr val="404040"/>
                </a:solidFill>
                <a:latin typeface="+mn-lt"/>
                <a:ea typeface="微軟正黑體" pitchFamily="34" charset="-120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404040"/>
                </a:solidFill>
                <a:latin typeface="Tahoma" pitchFamily="34" charset="0"/>
                <a:ea typeface="微軟正黑體" pitchFamily="34" charset="-12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404040"/>
                </a:solidFill>
                <a:latin typeface="Tahoma" pitchFamily="34" charset="0"/>
                <a:ea typeface="微軟正黑體" pitchFamily="34" charset="-12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404040"/>
                </a:solidFill>
                <a:latin typeface="Tahoma" pitchFamily="34" charset="0"/>
                <a:ea typeface="微軟正黑體" pitchFamily="34" charset="-12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404040"/>
                </a:solidFill>
                <a:latin typeface="Tahoma" pitchFamily="34" charset="0"/>
                <a:ea typeface="微軟正黑體" pitchFamily="34" charset="-12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Arial" pitchFamily="34" charset="0"/>
                <a:ea typeface="AR MinchoL JIS" pitchFamily="49" charset="-128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Arial" pitchFamily="34" charset="0"/>
                <a:ea typeface="AR MinchoL JIS" pitchFamily="49" charset="-128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Arial" pitchFamily="34" charset="0"/>
                <a:ea typeface="AR MinchoL JIS" pitchFamily="49" charset="-128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Arial" pitchFamily="34" charset="0"/>
                <a:ea typeface="AR MinchoL JIS" pitchFamily="49" charset="-128"/>
              </a:defRPr>
            </a:lvl9pPr>
          </a:lstStyle>
          <a:p>
            <a:r>
              <a:rPr lang="en-US" altLang="zh-CN"/>
              <a:t>Auto Test SOP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503156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圖片 16" descr="一張含有 文字, 螢幕擷取畫面, 軟體, 多媒體軟體 的圖片&#10;&#10;AI 產生的內容可能不正確。">
            <a:extLst>
              <a:ext uri="{FF2B5EF4-FFF2-40B4-BE49-F238E27FC236}">
                <a16:creationId xmlns:a16="http://schemas.microsoft.com/office/drawing/2014/main" id="{1D64DD5F-2532-697F-EFF9-49DD1CA06A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3515" y="2095066"/>
            <a:ext cx="3180203" cy="2573380"/>
          </a:xfrm>
          <a:prstGeom prst="rect">
            <a:avLst/>
          </a:prstGeom>
        </p:spPr>
      </p:pic>
      <p:sp>
        <p:nvSpPr>
          <p:cNvPr id="2" name="文本占位符 1">
            <a:extLst>
              <a:ext uri="{FF2B5EF4-FFF2-40B4-BE49-F238E27FC236}">
                <a16:creationId xmlns:a16="http://schemas.microsoft.com/office/drawing/2014/main" id="{E95DC9B7-29D3-7987-1116-FA43AC930B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安装</a:t>
            </a:r>
            <a:r>
              <a:rPr lang="en-US" altLang="zh-CN" dirty="0"/>
              <a:t>Python</a:t>
            </a:r>
          </a:p>
          <a:p>
            <a:pPr lvl="1"/>
            <a:r>
              <a:rPr lang="zh-CN" altLang="en-US" b="0" dirty="0">
                <a:latin typeface="+mn-ea"/>
                <a:ea typeface="+mn-ea"/>
              </a:rPr>
              <a:t>所用电脑需要有</a:t>
            </a:r>
            <a:r>
              <a:rPr lang="en-US" altLang="zh-CN" b="0" dirty="0">
                <a:latin typeface="+mn-ea"/>
                <a:ea typeface="+mn-ea"/>
              </a:rPr>
              <a:t>python</a:t>
            </a:r>
            <a:r>
              <a:rPr lang="zh-CN" altLang="en-US" b="0" dirty="0">
                <a:latin typeface="+mn-ea"/>
                <a:ea typeface="+mn-ea"/>
              </a:rPr>
              <a:t>环境，并建议安装版本为</a:t>
            </a:r>
            <a:r>
              <a:rPr lang="en-US" altLang="zh-CN" b="0" dirty="0">
                <a:latin typeface="+mn-ea"/>
                <a:ea typeface="+mn-ea"/>
              </a:rPr>
              <a:t>3.10</a:t>
            </a:r>
            <a:r>
              <a:rPr lang="zh-CN" altLang="en-US" b="0" dirty="0">
                <a:latin typeface="+mn-ea"/>
                <a:ea typeface="+mn-ea"/>
              </a:rPr>
              <a:t>及以上</a:t>
            </a:r>
            <a:endParaRPr lang="en-US" altLang="zh-CN" b="0" dirty="0">
              <a:latin typeface="+mn-ea"/>
              <a:ea typeface="+mn-ea"/>
            </a:endParaRPr>
          </a:p>
          <a:p>
            <a:pPr marL="435769" indent="-342900">
              <a:buFont typeface="+mj-lt"/>
              <a:buAutoNum type="arabicPeriod"/>
            </a:pPr>
            <a:r>
              <a:rPr lang="zh-TW" altLang="en-US" dirty="0"/>
              <a:t>進到</a:t>
            </a:r>
            <a:r>
              <a:rPr lang="en-US" altLang="zh-TW" dirty="0"/>
              <a:t>MTP</a:t>
            </a:r>
            <a:r>
              <a:rPr lang="zh-TW" altLang="en-US" dirty="0"/>
              <a:t>資料夾裡面</a:t>
            </a:r>
            <a:endParaRPr lang="en-US" altLang="zh-TW" dirty="0"/>
          </a:p>
          <a:p>
            <a:pPr marL="435769" indent="-342900">
              <a:buFont typeface="+mj-lt"/>
              <a:buAutoNum type="arabicPeriod"/>
            </a:pPr>
            <a:r>
              <a:rPr lang="zh-TW" altLang="en-US" dirty="0"/>
              <a:t>打開</a:t>
            </a:r>
            <a:r>
              <a:rPr lang="en-US" altLang="zh-TW" dirty="0"/>
              <a:t>terminal</a:t>
            </a:r>
            <a:endParaRPr lang="zh-CN" altLang="en-US" dirty="0"/>
          </a:p>
          <a:p>
            <a:pPr marL="435769" indent="-342900">
              <a:buFont typeface="+mj-lt"/>
              <a:buAutoNum type="arabicPeriod"/>
            </a:pPr>
            <a:r>
              <a:rPr lang="zh-TW" altLang="en-US" dirty="0"/>
              <a:t>在</a:t>
            </a:r>
            <a:r>
              <a:rPr lang="en-US" altLang="zh-TW" dirty="0"/>
              <a:t>terminal</a:t>
            </a:r>
            <a:r>
              <a:rPr lang="zh-TW" altLang="en-US" dirty="0"/>
              <a:t>輸入</a:t>
            </a:r>
            <a:br>
              <a:rPr lang="en-US" altLang="zh-TW" dirty="0"/>
            </a:br>
            <a:r>
              <a:rPr lang="en-US" altLang="zh-TW" b="0" dirty="0"/>
              <a:t>python .\AutoRun_GUI.py</a:t>
            </a:r>
          </a:p>
          <a:p>
            <a:endParaRPr lang="en-US" altLang="zh-CN" b="0" dirty="0">
              <a:latin typeface="+mn-ea"/>
              <a:ea typeface="+mn-ea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43A1155F-1CFE-413F-566D-C12BF43C2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Test step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CD424F8-4476-23F4-A37B-37414716E07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kern="0" smtClean="0"/>
              <a:pPr/>
              <a:t>2</a:t>
            </a:fld>
            <a:endParaRPr lang="en-US" kern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C62FB2DA-056E-0692-A094-8FADC10066A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5445"/>
          <a:stretch>
            <a:fillRect/>
          </a:stretch>
        </p:blipFill>
        <p:spPr>
          <a:xfrm>
            <a:off x="4566942" y="2213472"/>
            <a:ext cx="2036825" cy="2431055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91BF6D6E-2DAA-1688-91EF-66DF497B0728}"/>
              </a:ext>
            </a:extLst>
          </p:cNvPr>
          <p:cNvSpPr/>
          <p:nvPr/>
        </p:nvSpPr>
        <p:spPr bwMode="auto">
          <a:xfrm>
            <a:off x="4584657" y="3933056"/>
            <a:ext cx="1211805" cy="310405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miter lim="800000"/>
            <a:headEnd type="none" w="sm" len="sm"/>
            <a:tailEnd type="arrow" w="sm" len="sm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itchFamily="34" charset="0"/>
              <a:ea typeface="新細明體" pitchFamily="18" charset="-12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B5B4E3D-814A-8061-3321-410B1A0A0B4E}"/>
              </a:ext>
            </a:extLst>
          </p:cNvPr>
          <p:cNvSpPr/>
          <p:nvPr/>
        </p:nvSpPr>
        <p:spPr bwMode="auto">
          <a:xfrm>
            <a:off x="8243432" y="4088258"/>
            <a:ext cx="1211805" cy="310405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miter lim="800000"/>
            <a:headEnd type="none" w="sm" len="sm"/>
            <a:tailEnd type="arrow" w="sm" len="sm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itchFamily="34" charset="0"/>
              <a:ea typeface="新細明體" pitchFamily="18" charset="-12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702C100E-2615-E9FE-802B-93B57EEA3AD5}"/>
              </a:ext>
            </a:extLst>
          </p:cNvPr>
          <p:cNvSpPr txBox="1"/>
          <p:nvPr/>
        </p:nvSpPr>
        <p:spPr>
          <a:xfrm>
            <a:off x="4153467" y="3933056"/>
            <a:ext cx="468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0" dirty="0">
                <a:solidFill>
                  <a:schemeClr val="accent2"/>
                </a:solidFill>
              </a:rPr>
              <a:t>1.</a:t>
            </a:r>
            <a:endParaRPr lang="zh-TW" altLang="en-US" b="0" dirty="0">
              <a:solidFill>
                <a:schemeClr val="accent2"/>
              </a:solidFill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61FBE329-22A9-3DF6-344E-6EA67104A9AC}"/>
              </a:ext>
            </a:extLst>
          </p:cNvPr>
          <p:cNvSpPr txBox="1"/>
          <p:nvPr/>
        </p:nvSpPr>
        <p:spPr>
          <a:xfrm>
            <a:off x="7826613" y="4018929"/>
            <a:ext cx="468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0" dirty="0">
                <a:solidFill>
                  <a:schemeClr val="accent2"/>
                </a:solidFill>
              </a:rPr>
              <a:t>2.</a:t>
            </a:r>
            <a:endParaRPr lang="zh-TW" altLang="en-US" b="0" dirty="0">
              <a:solidFill>
                <a:schemeClr val="accent2"/>
              </a:solidFill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A8D3B552-D46F-B90C-E899-07099BEC56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925" y="5132163"/>
            <a:ext cx="8602149" cy="352547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7707A13D-009A-9EFF-5B73-AB8D4102F2B3}"/>
              </a:ext>
            </a:extLst>
          </p:cNvPr>
          <p:cNvSpPr/>
          <p:nvPr/>
        </p:nvSpPr>
        <p:spPr bwMode="auto">
          <a:xfrm>
            <a:off x="6954614" y="5109489"/>
            <a:ext cx="2299460" cy="352547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miter lim="800000"/>
            <a:headEnd type="none" w="sm" len="sm"/>
            <a:tailEnd type="arrow" w="sm" len="sm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itchFamily="34" charset="0"/>
              <a:ea typeface="新細明體" pitchFamily="18" charset="-12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5A73204F-118E-F4C8-02E3-E8F1A5CD9BB0}"/>
              </a:ext>
            </a:extLst>
          </p:cNvPr>
          <p:cNvSpPr txBox="1"/>
          <p:nvPr/>
        </p:nvSpPr>
        <p:spPr>
          <a:xfrm>
            <a:off x="6517917" y="4785505"/>
            <a:ext cx="468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0" dirty="0">
                <a:solidFill>
                  <a:schemeClr val="accent2"/>
                </a:solidFill>
              </a:rPr>
              <a:t>3.</a:t>
            </a:r>
            <a:endParaRPr lang="zh-TW" altLang="en-US" b="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36906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E2340B-7C6A-D488-9F03-3BDF0F98A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 descr="一張含有 文字, 字型, 白色, 印刷術 的圖片&#10;&#10;AI 產生的內容可能不正確。">
            <a:extLst>
              <a:ext uri="{FF2B5EF4-FFF2-40B4-BE49-F238E27FC236}">
                <a16:creationId xmlns:a16="http://schemas.microsoft.com/office/drawing/2014/main" id="{959AC19C-56A1-5CE8-61F5-F5B55F333E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8616" y="1177272"/>
            <a:ext cx="3270769" cy="908547"/>
          </a:xfrm>
          <a:prstGeom prst="rect">
            <a:avLst/>
          </a:prstGeom>
        </p:spPr>
      </p:pic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302DA731-203C-1D9B-2933-5F120CD8AA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4487" y="1087379"/>
            <a:ext cx="5486011" cy="5344951"/>
          </a:xfrm>
        </p:spPr>
        <p:txBody>
          <a:bodyPr/>
          <a:lstStyle/>
          <a:p>
            <a:r>
              <a:rPr lang="zh-TW" altLang="en-US" dirty="0"/>
              <a:t>打開</a:t>
            </a:r>
            <a:r>
              <a:rPr lang="en-US" altLang="zh-TW" dirty="0"/>
              <a:t>”</a:t>
            </a:r>
            <a:r>
              <a:rPr lang="zh-TW" altLang="en-US" dirty="0"/>
              <a:t>裝置管理員</a:t>
            </a:r>
            <a:r>
              <a:rPr lang="en-US" altLang="zh-TW" dirty="0"/>
              <a:t>”</a:t>
            </a:r>
            <a:r>
              <a:rPr lang="zh-TW" altLang="en-US" dirty="0"/>
              <a:t>查看</a:t>
            </a:r>
            <a:r>
              <a:rPr lang="en-US" altLang="zh-TW" dirty="0"/>
              <a:t>COM</a:t>
            </a:r>
            <a:r>
              <a:rPr lang="zh-TW" altLang="en-US" dirty="0"/>
              <a:t> </a:t>
            </a:r>
            <a:r>
              <a:rPr lang="en-US" altLang="zh-TW" dirty="0"/>
              <a:t>port</a:t>
            </a:r>
          </a:p>
          <a:p>
            <a:r>
              <a:rPr lang="zh-TW" altLang="en-US" dirty="0"/>
              <a:t>將</a:t>
            </a:r>
            <a:r>
              <a:rPr lang="en-US" altLang="zh-TW" dirty="0"/>
              <a:t>”V3NF_IVI_AutoRun_TestCase(SMT)csv”</a:t>
            </a:r>
            <a:r>
              <a:rPr lang="zh-TW" altLang="en-US" dirty="0"/>
              <a:t>裡的欄位</a:t>
            </a:r>
            <a:r>
              <a:rPr lang="en-US" altLang="zh-TW" dirty="0"/>
              <a:t>E</a:t>
            </a:r>
            <a:r>
              <a:rPr lang="zh-TW" altLang="en-US" dirty="0"/>
              <a:t>裡的</a:t>
            </a:r>
            <a:r>
              <a:rPr lang="en-US" altLang="zh-TW" dirty="0"/>
              <a:t>COM port </a:t>
            </a:r>
            <a:r>
              <a:rPr lang="zh-TW" altLang="en-US" dirty="0"/>
              <a:t>改成對應的</a:t>
            </a:r>
            <a:r>
              <a:rPr lang="en-US" altLang="zh-TW" dirty="0"/>
              <a:t>port</a:t>
            </a:r>
          </a:p>
          <a:p>
            <a:r>
              <a:rPr lang="zh-TW" altLang="en-US" dirty="0"/>
              <a:t>將</a:t>
            </a:r>
            <a:r>
              <a:rPr lang="en-US" altLang="zh-TW" dirty="0"/>
              <a:t>”V3NF_L3_AutoRun_TestCase(SMT)csv”</a:t>
            </a:r>
            <a:r>
              <a:rPr lang="zh-TW" altLang="en-US" dirty="0"/>
              <a:t>裡的欄位</a:t>
            </a:r>
            <a:r>
              <a:rPr lang="en-US" altLang="zh-TW" dirty="0"/>
              <a:t>E</a:t>
            </a:r>
            <a:r>
              <a:rPr lang="zh-TW" altLang="en-US" dirty="0"/>
              <a:t>裡的</a:t>
            </a:r>
            <a:r>
              <a:rPr lang="en-US" altLang="zh-TW" dirty="0"/>
              <a:t>COM port </a:t>
            </a:r>
            <a:r>
              <a:rPr lang="zh-TW" altLang="en-US" dirty="0"/>
              <a:t>改成對應的</a:t>
            </a:r>
            <a:r>
              <a:rPr lang="en-US" altLang="zh-TW" dirty="0"/>
              <a:t>port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34EEDD78-34A2-5C0C-90D5-A4659A880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Test step</a:t>
            </a:r>
            <a:endParaRPr lang="zh-TW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4EEA4E5-F7A9-3E10-FB9D-AA833B509745}"/>
              </a:ext>
            </a:extLst>
          </p:cNvPr>
          <p:cNvSpPr/>
          <p:nvPr/>
        </p:nvSpPr>
        <p:spPr bwMode="auto">
          <a:xfrm>
            <a:off x="6969223" y="1484784"/>
            <a:ext cx="2592289" cy="608670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miter lim="800000"/>
            <a:headEnd type="none" w="sm" len="sm"/>
            <a:tailEnd type="arrow" w="sm" len="sm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itchFamily="34" charset="0"/>
              <a:ea typeface="新細明體" pitchFamily="18" charset="-120"/>
            </a:endParaRPr>
          </a:p>
        </p:txBody>
      </p:sp>
      <p:pic>
        <p:nvPicPr>
          <p:cNvPr id="5" name="圖片 4" descr="一張含有 文字, 螢幕擷取畫面, 數字, 字型 的圖片&#10;&#10;AI 產生的內容可能不正確。">
            <a:extLst>
              <a:ext uri="{FF2B5EF4-FFF2-40B4-BE49-F238E27FC236}">
                <a16:creationId xmlns:a16="http://schemas.microsoft.com/office/drawing/2014/main" id="{CF81B36B-879B-B883-D61A-BA6461DE27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3397" y="2539761"/>
            <a:ext cx="3571599" cy="2440185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A55A006B-79A4-707F-77BC-8AFBA51C4607}"/>
              </a:ext>
            </a:extLst>
          </p:cNvPr>
          <p:cNvSpPr/>
          <p:nvPr/>
        </p:nvSpPr>
        <p:spPr bwMode="auto">
          <a:xfrm>
            <a:off x="9099511" y="2539761"/>
            <a:ext cx="489874" cy="2545423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miter lim="800000"/>
            <a:headEnd type="none" w="sm" len="sm"/>
            <a:tailEnd type="arrow" w="sm" len="sm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itchFamily="34" charset="0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84930903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13BB7-D80C-E510-67E1-40B6D7687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 descr="一張含有 文字, 螢幕擷取畫面, 數字, 字型 的圖片&#10;&#10;AI 產生的內容可能不正確。">
            <a:extLst>
              <a:ext uri="{FF2B5EF4-FFF2-40B4-BE49-F238E27FC236}">
                <a16:creationId xmlns:a16="http://schemas.microsoft.com/office/drawing/2014/main" id="{D5B4CD36-288C-49B4-F12D-EE99AB9ABF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0499" y="2211102"/>
            <a:ext cx="4075501" cy="4293096"/>
          </a:xfrm>
          <a:prstGeom prst="rect">
            <a:avLst/>
          </a:prstGeom>
        </p:spPr>
      </p:pic>
      <p:pic>
        <p:nvPicPr>
          <p:cNvPr id="6" name="圖片 5" descr="一張含有 文字, 字型, 白色, 印刷術 的圖片&#10;&#10;AI 產生的內容可能不正確。">
            <a:extLst>
              <a:ext uri="{FF2B5EF4-FFF2-40B4-BE49-F238E27FC236}">
                <a16:creationId xmlns:a16="http://schemas.microsoft.com/office/drawing/2014/main" id="{D50992FA-AF9C-6D7C-25A8-2FD88AA372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8616" y="1177272"/>
            <a:ext cx="3270769" cy="908547"/>
          </a:xfrm>
          <a:prstGeom prst="rect">
            <a:avLst/>
          </a:prstGeom>
        </p:spPr>
      </p:pic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6A838C02-DC90-C864-8BD5-2724841D93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4487" y="1087379"/>
            <a:ext cx="5486011" cy="5344951"/>
          </a:xfrm>
        </p:spPr>
        <p:txBody>
          <a:bodyPr/>
          <a:lstStyle/>
          <a:p>
            <a:r>
              <a:rPr lang="zh-TW" altLang="en-US" dirty="0"/>
              <a:t>欄位名稱</a:t>
            </a:r>
            <a:r>
              <a:rPr lang="en-US" altLang="zh-TW" dirty="0"/>
              <a:t>:</a:t>
            </a:r>
          </a:p>
          <a:p>
            <a:pPr lvl="1"/>
            <a:r>
              <a:rPr lang="en-US" altLang="zh-TW" dirty="0"/>
              <a:t>Status (Y/N)</a:t>
            </a:r>
            <a:r>
              <a:rPr lang="zh-TW" altLang="en-US" dirty="0"/>
              <a:t> </a:t>
            </a:r>
            <a:r>
              <a:rPr lang="en-US" altLang="zh-TW" dirty="0"/>
              <a:t>:</a:t>
            </a:r>
            <a:r>
              <a:rPr lang="zh-TW" altLang="en-US" dirty="0"/>
              <a:t> 是否要測試</a:t>
            </a:r>
            <a:endParaRPr lang="en-US" altLang="zh-TW" dirty="0"/>
          </a:p>
          <a:p>
            <a:pPr lvl="1"/>
            <a:r>
              <a:rPr lang="en-US" altLang="zh-TW" dirty="0"/>
              <a:t>Project</a:t>
            </a:r>
            <a:r>
              <a:rPr lang="zh-TW" altLang="en-US" dirty="0"/>
              <a:t> </a:t>
            </a:r>
            <a:r>
              <a:rPr lang="en-US" altLang="zh-TW" dirty="0"/>
              <a:t>:</a:t>
            </a:r>
            <a:r>
              <a:rPr lang="zh-TW" altLang="en-US" dirty="0"/>
              <a:t> 案子名稱</a:t>
            </a:r>
            <a:endParaRPr lang="en-US" altLang="zh-TW" dirty="0"/>
          </a:p>
          <a:p>
            <a:pPr lvl="1"/>
            <a:r>
              <a:rPr lang="en-US" altLang="zh-TW" dirty="0"/>
              <a:t>Chip : </a:t>
            </a:r>
            <a:r>
              <a:rPr lang="zh-TW" altLang="en-US" dirty="0"/>
              <a:t>要測試的</a:t>
            </a:r>
            <a:r>
              <a:rPr lang="en-US" altLang="zh-TW" dirty="0"/>
              <a:t>chip</a:t>
            </a:r>
          </a:p>
          <a:p>
            <a:pPr lvl="1"/>
            <a:r>
              <a:rPr lang="en-US" altLang="zh-TW" dirty="0" err="1"/>
              <a:t>TestCase</a:t>
            </a:r>
            <a:r>
              <a:rPr lang="zh-TW" altLang="en-US" dirty="0"/>
              <a:t> </a:t>
            </a:r>
            <a:r>
              <a:rPr lang="en-US" altLang="zh-TW" dirty="0"/>
              <a:t>:</a:t>
            </a:r>
            <a:r>
              <a:rPr lang="zh-TW" altLang="en-US" dirty="0"/>
              <a:t> 程式碼裡對應的測試</a:t>
            </a:r>
            <a:r>
              <a:rPr lang="en-US" altLang="zh-TW" dirty="0"/>
              <a:t>function</a:t>
            </a:r>
          </a:p>
          <a:p>
            <a:pPr lvl="1"/>
            <a:r>
              <a:rPr lang="en-US" altLang="zh-TW" dirty="0" err="1"/>
              <a:t>ComPort</a:t>
            </a:r>
            <a:r>
              <a:rPr lang="zh-TW" altLang="en-US" dirty="0"/>
              <a:t> </a:t>
            </a:r>
            <a:r>
              <a:rPr lang="en-US" altLang="zh-TW" dirty="0"/>
              <a:t>:</a:t>
            </a:r>
            <a:r>
              <a:rPr lang="zh-TW" altLang="en-US" dirty="0"/>
              <a:t> 連接的</a:t>
            </a:r>
            <a:r>
              <a:rPr lang="en-US" altLang="zh-TW" dirty="0" err="1"/>
              <a:t>Uart</a:t>
            </a:r>
            <a:r>
              <a:rPr lang="en-US" altLang="zh-TW" dirty="0"/>
              <a:t> com port</a:t>
            </a:r>
          </a:p>
          <a:p>
            <a:pPr lvl="1"/>
            <a:r>
              <a:rPr lang="en-US" altLang="zh-TW" dirty="0" err="1"/>
              <a:t>Ext_Parameter</a:t>
            </a:r>
            <a:r>
              <a:rPr lang="en-US" altLang="zh-TW" dirty="0"/>
              <a:t> : </a:t>
            </a:r>
            <a:r>
              <a:rPr lang="zh-TW" altLang="en-US" dirty="0"/>
              <a:t>額外參數</a:t>
            </a:r>
            <a:endParaRPr lang="en-US" altLang="zh-TW" dirty="0"/>
          </a:p>
          <a:p>
            <a:pPr lvl="1"/>
            <a:r>
              <a:rPr lang="en-US" altLang="zh-TW" dirty="0" err="1"/>
              <a:t>SpecFile</a:t>
            </a:r>
            <a:r>
              <a:rPr lang="zh-TW" altLang="en-US" dirty="0"/>
              <a:t> </a:t>
            </a:r>
            <a:r>
              <a:rPr lang="en-US" altLang="zh-TW" dirty="0"/>
              <a:t>:</a:t>
            </a:r>
            <a:r>
              <a:rPr lang="zh-TW" altLang="en-US" dirty="0"/>
              <a:t> 導入</a:t>
            </a:r>
            <a:r>
              <a:rPr lang="en-US" altLang="zh-TW" dirty="0"/>
              <a:t>criteria file</a:t>
            </a:r>
          </a:p>
          <a:p>
            <a:r>
              <a:rPr lang="en-US" altLang="zh-TW" dirty="0"/>
              <a:t>”V3NF_L3_AutoRun_TestCase(SMT)csv”</a:t>
            </a:r>
            <a:r>
              <a:rPr lang="zh-TW" altLang="en-US" dirty="0"/>
              <a:t>需要對應</a:t>
            </a:r>
            <a:r>
              <a:rPr lang="en-US" altLang="zh-TW" dirty="0"/>
              <a:t>MCU1A or MCU1B </a:t>
            </a:r>
            <a:r>
              <a:rPr lang="zh-TW" altLang="en-US" dirty="0"/>
              <a:t>在欄位</a:t>
            </a:r>
            <a:r>
              <a:rPr lang="en-US" altLang="zh-TW" dirty="0"/>
              <a:t>E</a:t>
            </a:r>
            <a:r>
              <a:rPr lang="zh-TW" altLang="en-US" dirty="0"/>
              <a:t>裡的</a:t>
            </a:r>
            <a:r>
              <a:rPr lang="en-US" altLang="zh-TW" dirty="0"/>
              <a:t>COM port </a:t>
            </a:r>
            <a:r>
              <a:rPr lang="zh-TW" altLang="en-US" dirty="0"/>
              <a:t>改成對應的</a:t>
            </a:r>
            <a:r>
              <a:rPr lang="en-US" altLang="zh-TW" dirty="0"/>
              <a:t>port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5C423E97-7D53-C4EB-E544-E2824C081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Note</a:t>
            </a:r>
            <a:endParaRPr lang="zh-TW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96255CB-BEF5-5223-B048-9BDE851B3137}"/>
              </a:ext>
            </a:extLst>
          </p:cNvPr>
          <p:cNvSpPr/>
          <p:nvPr/>
        </p:nvSpPr>
        <p:spPr bwMode="auto">
          <a:xfrm>
            <a:off x="8553400" y="2324742"/>
            <a:ext cx="419717" cy="4179456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miter lim="800000"/>
            <a:headEnd type="none" w="sm" len="sm"/>
            <a:tailEnd type="arrow" w="sm" len="sm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itchFamily="34" charset="0"/>
              <a:ea typeface="新細明體" pitchFamily="18" charset="-12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33F1784-04FE-ED94-2FA7-8ECD803DFF19}"/>
              </a:ext>
            </a:extLst>
          </p:cNvPr>
          <p:cNvSpPr/>
          <p:nvPr/>
        </p:nvSpPr>
        <p:spPr bwMode="auto">
          <a:xfrm>
            <a:off x="6969223" y="1484784"/>
            <a:ext cx="2592289" cy="608670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miter lim="800000"/>
            <a:headEnd type="none" w="sm" len="sm"/>
            <a:tailEnd type="arrow" w="sm" len="sm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itchFamily="34" charset="0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30174525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4A312D-7652-CC98-DD98-229697AC8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B658A466-A166-A438-2E21-0CADAF401D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4487" y="1087379"/>
            <a:ext cx="4896545" cy="5344951"/>
          </a:xfrm>
        </p:spPr>
        <p:txBody>
          <a:bodyPr/>
          <a:lstStyle/>
          <a:p>
            <a:r>
              <a:rPr lang="en-US" altLang="zh-TW" dirty="0"/>
              <a:t>Chip :</a:t>
            </a:r>
          </a:p>
          <a:p>
            <a:pPr lvl="1"/>
            <a:r>
              <a:rPr lang="zh-TW" altLang="en-US" dirty="0"/>
              <a:t>預設是留空。</a:t>
            </a:r>
            <a:endParaRPr lang="en-US" altLang="zh-TW" dirty="0"/>
          </a:p>
          <a:p>
            <a:pPr lvl="1"/>
            <a:r>
              <a:rPr lang="zh-TW" altLang="en-US" dirty="0"/>
              <a:t>如果要使用跟</a:t>
            </a:r>
            <a:r>
              <a:rPr lang="en-US" altLang="zh-TW" dirty="0"/>
              <a:t>SoC team</a:t>
            </a:r>
            <a:r>
              <a:rPr lang="zh-TW" altLang="en-US" dirty="0"/>
              <a:t>整合的</a:t>
            </a:r>
            <a:r>
              <a:rPr lang="en-US" altLang="zh-TW" dirty="0"/>
              <a:t>MTP</a:t>
            </a:r>
            <a:r>
              <a:rPr lang="zh-TW" altLang="en-US" dirty="0"/>
              <a:t>，需要額外的參數</a:t>
            </a:r>
            <a:r>
              <a:rPr lang="en-US" altLang="zh-TW" dirty="0"/>
              <a:t>Chip</a:t>
            </a:r>
          </a:p>
          <a:p>
            <a:endParaRPr lang="en-US" altLang="zh-TW" dirty="0"/>
          </a:p>
          <a:p>
            <a:r>
              <a:rPr lang="zh-TW" altLang="en-US" dirty="0"/>
              <a:t>實際執行的</a:t>
            </a:r>
            <a:r>
              <a:rPr lang="en-US" altLang="zh-TW" dirty="0"/>
              <a:t>command:</a:t>
            </a:r>
            <a:br>
              <a:rPr lang="en-US" altLang="zh-TW" dirty="0"/>
            </a:br>
            <a:r>
              <a:rPr lang="en-US" altLang="zh-TW" dirty="0"/>
              <a:t>python mtp.py -s </a:t>
            </a:r>
            <a:r>
              <a:rPr lang="en-US" altLang="zh-TW" dirty="0" err="1"/>
              <a:t>sn_auto</a:t>
            </a:r>
            <a:r>
              <a:rPr lang="en-US" altLang="zh-TW" dirty="0"/>
              <a:t> -p V3NF_IVI -chip MCB -</a:t>
            </a:r>
            <a:r>
              <a:rPr lang="en-US" altLang="zh-TW"/>
              <a:t>t VERSION_</a:t>
            </a:r>
            <a:r>
              <a:rPr lang="en-US" altLang="zh-TW" dirty="0"/>
              <a:t>CHECK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D22295BE-D96E-3369-D9D0-1DEEF44E9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Note</a:t>
            </a:r>
            <a:endParaRPr lang="zh-TW" altLang="en-US" dirty="0"/>
          </a:p>
        </p:txBody>
      </p:sp>
      <p:pic>
        <p:nvPicPr>
          <p:cNvPr id="5" name="圖片 4" descr="一張含有 文字, 螢幕擷取畫面, 數字, 字型 的圖片&#10;&#10;AI 產生的內容可能不正確。">
            <a:extLst>
              <a:ext uri="{FF2B5EF4-FFF2-40B4-BE49-F238E27FC236}">
                <a16:creationId xmlns:a16="http://schemas.microsoft.com/office/drawing/2014/main" id="{E19566D4-8FCE-DD39-077D-C0F3F378F3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9405" y="1087379"/>
            <a:ext cx="4603884" cy="5770621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5C27F735-7CE1-FA2B-11C1-8A0E70902513}"/>
              </a:ext>
            </a:extLst>
          </p:cNvPr>
          <p:cNvSpPr/>
          <p:nvPr/>
        </p:nvSpPr>
        <p:spPr bwMode="auto">
          <a:xfrm>
            <a:off x="7113240" y="1268760"/>
            <a:ext cx="504056" cy="5589240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miter lim="800000"/>
            <a:headEnd type="none" w="sm" len="sm"/>
            <a:tailEnd type="arrow" w="sm" len="sm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itchFamily="34" charset="0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6323277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A7C88-7921-215F-EA1C-89180DAD4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ECDC1660-C03D-BF60-A94A-573040B40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Note – </a:t>
            </a:r>
            <a:r>
              <a:rPr lang="en-US" altLang="zh-TW" dirty="0" err="1"/>
              <a:t>criteria.json</a:t>
            </a:r>
            <a:endParaRPr lang="zh-TW" altLang="en-US" dirty="0"/>
          </a:p>
        </p:txBody>
      </p:sp>
      <p:sp>
        <p:nvSpPr>
          <p:cNvPr id="9" name="內容版面配置區 8">
            <a:extLst>
              <a:ext uri="{FF2B5EF4-FFF2-40B4-BE49-F238E27FC236}">
                <a16:creationId xmlns:a16="http://schemas.microsoft.com/office/drawing/2014/main" id="{1B43B505-F32C-A170-7105-C73CEBB151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549" y="1091116"/>
            <a:ext cx="9001000" cy="5344951"/>
          </a:xfrm>
        </p:spPr>
        <p:txBody>
          <a:bodyPr/>
          <a:lstStyle/>
          <a:p>
            <a:pPr marL="0" indent="0">
              <a:buNone/>
            </a:pPr>
            <a:r>
              <a:rPr lang="zh-TW" altLang="en-US" sz="1400" b="0" dirty="0"/>
              <a:t>如果</a:t>
            </a:r>
            <a:r>
              <a:rPr lang="en-US" altLang="zh-TW" sz="1400" b="0" dirty="0"/>
              <a:t> </a:t>
            </a:r>
            <a:r>
              <a:rPr lang="en-US" altLang="zh-TW" sz="1400" dirty="0" err="1"/>
              <a:t>SpecFile</a:t>
            </a:r>
            <a:r>
              <a:rPr lang="zh-TW" altLang="en-US" sz="1400" dirty="0"/>
              <a:t>留空，就不會判斷</a:t>
            </a:r>
            <a:r>
              <a:rPr lang="en-US" altLang="zh-TW" sz="1400" dirty="0"/>
              <a:t>criteria</a:t>
            </a:r>
            <a:r>
              <a:rPr lang="zh-TW" altLang="en-US" sz="1400" dirty="0"/>
              <a:t>，只會直接把</a:t>
            </a:r>
            <a:r>
              <a:rPr lang="en-US" altLang="zh-TW" sz="1400" dirty="0"/>
              <a:t>output</a:t>
            </a:r>
            <a:r>
              <a:rPr lang="zh-TW" altLang="en-US" sz="1400" dirty="0"/>
              <a:t>輸出，如果需要判斷</a:t>
            </a:r>
            <a:r>
              <a:rPr lang="en-US" altLang="zh-TW" sz="1400" dirty="0"/>
              <a:t>criteria</a:t>
            </a:r>
            <a:r>
              <a:rPr lang="zh-TW" altLang="en-US" sz="1400" dirty="0"/>
              <a:t>，以下格式範例供參考</a:t>
            </a:r>
            <a:r>
              <a:rPr lang="en-US" altLang="zh-TW" sz="1400" dirty="0"/>
              <a:t>:</a:t>
            </a:r>
            <a:br>
              <a:rPr lang="en-US" altLang="zh-TW" sz="1400" b="0" dirty="0"/>
            </a:br>
            <a:endParaRPr lang="en-US" altLang="zh-TW" sz="1400" b="0" dirty="0"/>
          </a:p>
          <a:p>
            <a:pPr marL="0" indent="0">
              <a:buNone/>
            </a:pPr>
            <a:r>
              <a:rPr lang="en-US" altLang="zh-TW" sz="1400" b="0" dirty="0"/>
              <a:t>“</a:t>
            </a:r>
            <a:r>
              <a:rPr lang="zh-TW" altLang="en-US" sz="1400" b="0" dirty="0"/>
              <a:t>測試項目</a:t>
            </a:r>
            <a:r>
              <a:rPr lang="en-US" altLang="zh-TW" sz="1400" b="0" dirty="0"/>
              <a:t>(</a:t>
            </a:r>
            <a:r>
              <a:rPr lang="en-US" altLang="zh-TW" sz="1400" dirty="0" err="1"/>
              <a:t>TestCase</a:t>
            </a:r>
            <a:r>
              <a:rPr lang="en-US" altLang="zh-TW" sz="1400" b="0" dirty="0"/>
              <a:t>)": {</a:t>
            </a:r>
          </a:p>
          <a:p>
            <a:pPr marL="0" indent="0">
              <a:buNone/>
            </a:pPr>
            <a:r>
              <a:rPr lang="en-US" altLang="zh-TW" sz="1400" b="0" dirty="0"/>
              <a:t>    "</a:t>
            </a:r>
            <a:r>
              <a:rPr lang="en-US" altLang="zh-TW" sz="1400" b="0" dirty="0" err="1"/>
              <a:t>check_required</a:t>
            </a:r>
            <a:r>
              <a:rPr lang="en-US" altLang="zh-TW" sz="1400" b="0" dirty="0"/>
              <a:t>": "Y",</a:t>
            </a:r>
          </a:p>
          <a:p>
            <a:pPr marL="0" indent="0">
              <a:buNone/>
            </a:pPr>
            <a:r>
              <a:rPr lang="en-US" altLang="zh-TW" sz="1400" b="0" dirty="0"/>
              <a:t>    "items": [</a:t>
            </a:r>
          </a:p>
          <a:p>
            <a:pPr marL="0" indent="0">
              <a:buNone/>
            </a:pPr>
            <a:r>
              <a:rPr lang="en-US" altLang="zh-TW" sz="1400" b="0" dirty="0"/>
              <a:t>      {"name": “</a:t>
            </a:r>
            <a:r>
              <a:rPr lang="en-US" altLang="zh-TW" sz="1400" b="0" dirty="0" err="1"/>
              <a:t>value_name</a:t>
            </a:r>
            <a:r>
              <a:rPr lang="en-US" altLang="zh-TW" sz="1400" b="0" dirty="0"/>
              <a:t>”, “criteria”: “criteria"}</a:t>
            </a:r>
          </a:p>
          <a:p>
            <a:pPr marL="0" indent="0">
              <a:buNone/>
            </a:pPr>
            <a:r>
              <a:rPr lang="en-US" altLang="zh-TW" sz="1400" b="0" dirty="0"/>
              <a:t>    ]</a:t>
            </a:r>
          </a:p>
          <a:p>
            <a:pPr marL="0" indent="0">
              <a:buNone/>
            </a:pPr>
            <a:r>
              <a:rPr lang="en-US" altLang="zh-TW" sz="1400" b="0" dirty="0"/>
              <a:t>  },</a:t>
            </a:r>
            <a:br>
              <a:rPr lang="en-US" altLang="zh-TW" sz="1400" b="0" dirty="0"/>
            </a:br>
            <a:endParaRPr lang="en-US" altLang="zh-TW" sz="1400" b="0" dirty="0"/>
          </a:p>
          <a:p>
            <a:pPr marL="0" indent="0">
              <a:buNone/>
            </a:pPr>
            <a:r>
              <a:rPr lang="en-US" altLang="zh-TW" sz="1400" b="0" dirty="0"/>
              <a:t>Example:</a:t>
            </a:r>
            <a:br>
              <a:rPr lang="en-US" altLang="zh-TW" sz="1400" b="0" dirty="0"/>
            </a:br>
            <a:r>
              <a:rPr lang="en-US" altLang="zh-TW" sz="1400" b="0" dirty="0"/>
              <a:t> "VERSION_CHECK": {</a:t>
            </a:r>
          </a:p>
          <a:p>
            <a:pPr marL="0" indent="0">
              <a:buNone/>
            </a:pPr>
            <a:r>
              <a:rPr lang="en-US" altLang="zh-TW" sz="1400" b="0" dirty="0"/>
              <a:t>    "</a:t>
            </a:r>
            <a:r>
              <a:rPr lang="en-US" altLang="zh-TW" sz="1400" b="0" dirty="0" err="1"/>
              <a:t>check_required</a:t>
            </a:r>
            <a:r>
              <a:rPr lang="en-US" altLang="zh-TW" sz="1400" b="0" dirty="0"/>
              <a:t>": "Y",</a:t>
            </a:r>
          </a:p>
          <a:p>
            <a:pPr marL="0" indent="0">
              <a:buNone/>
            </a:pPr>
            <a:r>
              <a:rPr lang="en-US" altLang="zh-TW" sz="1400" b="0" dirty="0"/>
              <a:t>    "items": [</a:t>
            </a:r>
          </a:p>
          <a:p>
            <a:pPr marL="0" indent="0">
              <a:buNone/>
            </a:pPr>
            <a:r>
              <a:rPr lang="en-US" altLang="zh-TW" sz="1400" b="0" dirty="0"/>
              <a:t>      {"name": "MCB_VERSION_CHECK", "criteria": "V1.1.7"}</a:t>
            </a:r>
          </a:p>
          <a:p>
            <a:pPr marL="0" indent="0">
              <a:buNone/>
            </a:pPr>
            <a:r>
              <a:rPr lang="en-US" altLang="zh-TW" sz="1400" b="0" dirty="0"/>
              <a:t>    ]</a:t>
            </a:r>
          </a:p>
          <a:p>
            <a:pPr marL="0" indent="0">
              <a:buNone/>
            </a:pPr>
            <a:r>
              <a:rPr lang="en-US" altLang="zh-TW" sz="1400" b="0" dirty="0"/>
              <a:t>  },</a:t>
            </a:r>
            <a:endParaRPr lang="zh-TW" altLang="en-US" sz="1400" b="0" dirty="0"/>
          </a:p>
          <a:p>
            <a:pPr marL="0" indent="0">
              <a:buNone/>
            </a:pPr>
            <a:endParaRPr lang="zh-TW" altLang="en-US" sz="1400" b="0" dirty="0"/>
          </a:p>
        </p:txBody>
      </p:sp>
    </p:spTree>
    <p:extLst>
      <p:ext uri="{BB962C8B-B14F-4D97-AF65-F5344CB8AC3E}">
        <p14:creationId xmlns:p14="http://schemas.microsoft.com/office/powerpoint/2010/main" val="1820489694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 descr="一張含有 文字, 螢幕擷取畫面, 陳列, 軟體 的圖片&#10;&#10;AI 產生的內容可能不正確。">
            <a:extLst>
              <a:ext uri="{FF2B5EF4-FFF2-40B4-BE49-F238E27FC236}">
                <a16:creationId xmlns:a16="http://schemas.microsoft.com/office/drawing/2014/main" id="{B085AF25-048D-5A23-9C32-A4CE19C286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600" y="4430645"/>
            <a:ext cx="7724799" cy="2310723"/>
          </a:xfrm>
          <a:prstGeom prst="rect">
            <a:avLst/>
          </a:prstGeom>
        </p:spPr>
      </p:pic>
      <p:pic>
        <p:nvPicPr>
          <p:cNvPr id="5" name="圖片 4" descr="一張含有 文字, 行, 字型, 數字 的圖片&#10;&#10;AI 產生的內容可能不正確。">
            <a:extLst>
              <a:ext uri="{FF2B5EF4-FFF2-40B4-BE49-F238E27FC236}">
                <a16:creationId xmlns:a16="http://schemas.microsoft.com/office/drawing/2014/main" id="{D27BF998-F629-DA4F-1921-691ECDF9D4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496" y="2474346"/>
            <a:ext cx="8779323" cy="1796039"/>
          </a:xfrm>
          <a:prstGeom prst="rect">
            <a:avLst/>
          </a:prstGeom>
        </p:spPr>
      </p:pic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D5666FBD-1454-BF1A-F0E2-948FED66DD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4"/>
            </a:pPr>
            <a:r>
              <a:rPr lang="zh-TW" altLang="en-US" b="0" dirty="0"/>
              <a:t>打開</a:t>
            </a:r>
            <a:r>
              <a:rPr lang="en-US" altLang="zh-TW" b="0" dirty="0"/>
              <a:t>Import file</a:t>
            </a:r>
          </a:p>
          <a:p>
            <a:pPr marL="457200" indent="-457200">
              <a:buFont typeface="+mj-lt"/>
              <a:buAutoNum type="arabicPeriod" startAt="4"/>
            </a:pPr>
            <a:r>
              <a:rPr lang="zh-TW" altLang="en-US" b="0" dirty="0"/>
              <a:t>選擇</a:t>
            </a:r>
            <a:r>
              <a:rPr lang="en-US" altLang="zh-TW" b="0" dirty="0"/>
              <a:t>” </a:t>
            </a:r>
            <a:r>
              <a:rPr lang="it-IT" altLang="zh-TW" b="0" dirty="0"/>
              <a:t>V3NF_IVI_AutoRun_TestCase(SMT)</a:t>
            </a:r>
            <a:r>
              <a:rPr lang="en-US" altLang="zh-TW" b="0" dirty="0"/>
              <a:t>.csv”(or “V3NF_L3_AutoRun_TestCase(SMT).csv”)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0E47DBD6-0215-D7B0-F6B5-F815BD977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Test step</a:t>
            </a:r>
            <a:endParaRPr lang="zh-TW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CE52F5D-1058-1A6E-5E74-5993658013DE}"/>
              </a:ext>
            </a:extLst>
          </p:cNvPr>
          <p:cNvSpPr/>
          <p:nvPr/>
        </p:nvSpPr>
        <p:spPr bwMode="auto">
          <a:xfrm>
            <a:off x="5745088" y="3106210"/>
            <a:ext cx="936104" cy="360040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miter lim="800000"/>
            <a:headEnd type="none" w="sm" len="sm"/>
            <a:tailEnd type="arrow" w="sm" len="sm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itchFamily="34" charset="0"/>
              <a:ea typeface="新細明體" pitchFamily="18" charset="-12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FB8DD00-4D63-060F-6F39-254CABCE18AA}"/>
              </a:ext>
            </a:extLst>
          </p:cNvPr>
          <p:cNvSpPr/>
          <p:nvPr/>
        </p:nvSpPr>
        <p:spPr bwMode="auto">
          <a:xfrm>
            <a:off x="1428300" y="4430645"/>
            <a:ext cx="3380684" cy="400706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miter lim="800000"/>
            <a:headEnd type="none" w="sm" len="sm"/>
            <a:tailEnd type="arrow" w="sm" len="sm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itchFamily="34" charset="0"/>
              <a:ea typeface="新細明體" pitchFamily="18" charset="-120"/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F62A5108-A5D9-1D7F-FDDD-90E6481ACA6F}"/>
              </a:ext>
            </a:extLst>
          </p:cNvPr>
          <p:cNvSpPr txBox="1"/>
          <p:nvPr/>
        </p:nvSpPr>
        <p:spPr>
          <a:xfrm>
            <a:off x="5367570" y="2736878"/>
            <a:ext cx="468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0" dirty="0">
                <a:solidFill>
                  <a:schemeClr val="accent2"/>
                </a:solidFill>
              </a:rPr>
              <a:t>4.</a:t>
            </a:r>
            <a:endParaRPr lang="zh-TW" altLang="en-US" b="0" dirty="0">
              <a:solidFill>
                <a:schemeClr val="accent2"/>
              </a:solidFill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830366DD-F9F8-12FD-EC95-046643755D31}"/>
              </a:ext>
            </a:extLst>
          </p:cNvPr>
          <p:cNvSpPr txBox="1"/>
          <p:nvPr/>
        </p:nvSpPr>
        <p:spPr>
          <a:xfrm>
            <a:off x="793858" y="4500034"/>
            <a:ext cx="468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0" dirty="0">
                <a:solidFill>
                  <a:schemeClr val="accent2"/>
                </a:solidFill>
              </a:rPr>
              <a:t>5.</a:t>
            </a:r>
            <a:endParaRPr lang="zh-TW" altLang="en-US" b="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8445389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 descr="一張含有 文字, 電子產品, 螢幕擷取畫面, 陳列 的圖片&#10;&#10;AI 產生的內容可能不正確。">
            <a:extLst>
              <a:ext uri="{FF2B5EF4-FFF2-40B4-BE49-F238E27FC236}">
                <a16:creationId xmlns:a16="http://schemas.microsoft.com/office/drawing/2014/main" id="{338DFE17-3843-FB0F-3A73-AF7C5CF4A4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4648" y="1451220"/>
            <a:ext cx="6227143" cy="5294737"/>
          </a:xfrm>
          <a:prstGeom prst="rect">
            <a:avLst/>
          </a:prstGeom>
        </p:spPr>
      </p:pic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E30AD447-CC33-027B-41DC-9370D0EB84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6"/>
            </a:pPr>
            <a:r>
              <a:rPr lang="zh-TW" altLang="en-US" dirty="0"/>
              <a:t>按下</a:t>
            </a:r>
            <a:r>
              <a:rPr lang="en-US" altLang="zh-TW" dirty="0"/>
              <a:t>start</a:t>
            </a:r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56F25BAA-FDAB-B741-2E00-EB334514D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Test step</a:t>
            </a:r>
            <a:endParaRPr lang="zh-TW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7D4023C-8028-62DC-A18C-C2F5875B0B6E}"/>
              </a:ext>
            </a:extLst>
          </p:cNvPr>
          <p:cNvSpPr/>
          <p:nvPr/>
        </p:nvSpPr>
        <p:spPr bwMode="auto">
          <a:xfrm>
            <a:off x="5961112" y="2276872"/>
            <a:ext cx="576064" cy="360040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miter lim="800000"/>
            <a:headEnd type="none" w="sm" len="sm"/>
            <a:tailEnd type="arrow" w="sm" len="sm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itchFamily="34" charset="0"/>
              <a:ea typeface="新細明體" pitchFamily="18" charset="-12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6C67F26B-1C97-7FD2-E2FE-846E9F926861}"/>
              </a:ext>
            </a:extLst>
          </p:cNvPr>
          <p:cNvSpPr txBox="1"/>
          <p:nvPr/>
        </p:nvSpPr>
        <p:spPr>
          <a:xfrm>
            <a:off x="5496269" y="2073993"/>
            <a:ext cx="468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0" dirty="0">
                <a:solidFill>
                  <a:schemeClr val="accent2"/>
                </a:solidFill>
              </a:rPr>
              <a:t>6.</a:t>
            </a:r>
            <a:endParaRPr lang="zh-TW" altLang="en-US" b="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8891902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CBE3E-54E3-568F-5526-3A7F075F2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 descr="一張含有 文字, 電子產品, 螢幕擷取畫面, 陳列 的圖片&#10;&#10;AI 產生的內容可能不正確。">
            <a:extLst>
              <a:ext uri="{FF2B5EF4-FFF2-40B4-BE49-F238E27FC236}">
                <a16:creationId xmlns:a16="http://schemas.microsoft.com/office/drawing/2014/main" id="{2074E108-1E4E-44FA-861B-C0D836F20B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0273" y="1451220"/>
            <a:ext cx="6227143" cy="5294737"/>
          </a:xfrm>
          <a:prstGeom prst="rect">
            <a:avLst/>
          </a:prstGeom>
        </p:spPr>
      </p:pic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686AFC5A-6FD0-3DD0-FC97-1F33CFDAF0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6"/>
            </a:pPr>
            <a:r>
              <a:rPr lang="zh-TW" altLang="en-US" dirty="0"/>
              <a:t>勾選 </a:t>
            </a:r>
            <a:r>
              <a:rPr lang="en-US" altLang="zh-TW" dirty="0"/>
              <a:t>Loop Mode </a:t>
            </a:r>
          </a:p>
          <a:p>
            <a:pPr marL="457200" indent="-457200">
              <a:buFont typeface="+mj-lt"/>
              <a:buAutoNum type="arabicPeriod" startAt="6"/>
            </a:pPr>
            <a:r>
              <a:rPr lang="zh-TW" altLang="en-US" dirty="0"/>
              <a:t>按下</a:t>
            </a:r>
            <a:r>
              <a:rPr lang="en-US" altLang="zh-TW" dirty="0"/>
              <a:t>start</a:t>
            </a:r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F4E692E8-222C-4C58-ABCE-AE163C84B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Test step (for loop test)</a:t>
            </a:r>
            <a:endParaRPr lang="zh-TW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698D16D-A786-AA29-E7A3-B71D989D0285}"/>
              </a:ext>
            </a:extLst>
          </p:cNvPr>
          <p:cNvSpPr/>
          <p:nvPr/>
        </p:nvSpPr>
        <p:spPr bwMode="auto">
          <a:xfrm>
            <a:off x="6646737" y="2276872"/>
            <a:ext cx="576064" cy="360040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miter lim="800000"/>
            <a:headEnd type="none" w="sm" len="sm"/>
            <a:tailEnd type="arrow" w="sm" len="sm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itchFamily="34" charset="0"/>
              <a:ea typeface="新細明體" pitchFamily="18" charset="-12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C9063750-0075-71A3-EB72-AE7161709C15}"/>
              </a:ext>
            </a:extLst>
          </p:cNvPr>
          <p:cNvSpPr txBox="1"/>
          <p:nvPr/>
        </p:nvSpPr>
        <p:spPr>
          <a:xfrm>
            <a:off x="6700798" y="1930791"/>
            <a:ext cx="468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0" dirty="0">
                <a:solidFill>
                  <a:schemeClr val="accent2"/>
                </a:solidFill>
              </a:rPr>
              <a:t>7.</a:t>
            </a:r>
            <a:endParaRPr lang="zh-TW" altLang="en-US" b="0" dirty="0">
              <a:solidFill>
                <a:schemeClr val="accent2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1E25208-1E8B-0C73-8617-AC423A6AF3B5}"/>
              </a:ext>
            </a:extLst>
          </p:cNvPr>
          <p:cNvSpPr/>
          <p:nvPr/>
        </p:nvSpPr>
        <p:spPr bwMode="auto">
          <a:xfrm>
            <a:off x="5169024" y="2276872"/>
            <a:ext cx="1423762" cy="360040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miter lim="800000"/>
            <a:headEnd type="none" w="sm" len="sm"/>
            <a:tailEnd type="arrow" w="sm" len="sm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itchFamily="34" charset="0"/>
              <a:ea typeface="新細明體" pitchFamily="18" charset="-12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248A8452-7D38-0A5D-D3F4-380945AFDB51}"/>
              </a:ext>
            </a:extLst>
          </p:cNvPr>
          <p:cNvSpPr txBox="1"/>
          <p:nvPr/>
        </p:nvSpPr>
        <p:spPr>
          <a:xfrm>
            <a:off x="4704181" y="2073993"/>
            <a:ext cx="468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0" dirty="0">
                <a:solidFill>
                  <a:schemeClr val="accent2"/>
                </a:solidFill>
              </a:rPr>
              <a:t>6.</a:t>
            </a:r>
            <a:endParaRPr lang="zh-TW" altLang="en-US" b="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031378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9CF4D-FB91-A51B-E397-675C1DD73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9F471C24-049F-DA86-B251-AF9F65E09E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504" y="1087379"/>
            <a:ext cx="4104456" cy="5344951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 err="1"/>
              <a:t>AV_Ext</a:t>
            </a:r>
            <a:r>
              <a:rPr lang="en-US" altLang="zh-TW" dirty="0"/>
              <a:t> test function (MCU1A):</a:t>
            </a:r>
          </a:p>
          <a:p>
            <a:pPr eaLnBrk="1" fontAlgn="ctr" hangingPunct="1"/>
            <a:r>
              <a:rPr lang="en-US" altLang="zh-TW" sz="1400" b="0" dirty="0"/>
              <a:t>VERSION_CHECK_MCU1A</a:t>
            </a:r>
            <a:endParaRPr lang="zh-TW" altLang="zh-TW" sz="1400" b="0" dirty="0"/>
          </a:p>
          <a:p>
            <a:pPr eaLnBrk="1" fontAlgn="ctr" hangingPunct="1"/>
            <a:r>
              <a:rPr lang="en-US" altLang="zh-TW" sz="1400" b="0" dirty="0"/>
              <a:t>SHOWFS26STATE_CHECK_MCU1A</a:t>
            </a:r>
            <a:endParaRPr lang="zh-TW" altLang="zh-TW" sz="1400" b="0" dirty="0"/>
          </a:p>
          <a:p>
            <a:pPr eaLnBrk="1" fontAlgn="ctr" hangingPunct="1"/>
            <a:r>
              <a:rPr lang="en-US" altLang="zh-TW" sz="1400" b="0" dirty="0"/>
              <a:t>SHOWPORT_B4_CHECK_MCU1A</a:t>
            </a:r>
            <a:endParaRPr lang="zh-TW" altLang="zh-TW" sz="1400" b="0" dirty="0"/>
          </a:p>
          <a:p>
            <a:pPr eaLnBrk="1" fontAlgn="ctr" hangingPunct="1"/>
            <a:r>
              <a:rPr lang="en-US" altLang="zh-TW" sz="1400" b="0" dirty="0"/>
              <a:t>SHOWPORT_B5_CHECK_MCU1A</a:t>
            </a:r>
            <a:endParaRPr lang="zh-TW" altLang="zh-TW" sz="1400" b="0" dirty="0"/>
          </a:p>
          <a:p>
            <a:pPr eaLnBrk="1" fontAlgn="ctr" hangingPunct="1"/>
            <a:r>
              <a:rPr lang="en-US" altLang="zh-TW" sz="1400" b="0" dirty="0"/>
              <a:t>GETHWID_CHECK_MCU1A</a:t>
            </a:r>
            <a:endParaRPr lang="zh-TW" altLang="zh-TW" sz="1400" b="0" dirty="0"/>
          </a:p>
          <a:p>
            <a:pPr eaLnBrk="1" fontAlgn="ctr" hangingPunct="1"/>
            <a:r>
              <a:rPr lang="en-US" altLang="zh-TW" sz="1400" b="0" dirty="0"/>
              <a:t>BOOTCHAIN_A_CHECK_MCU1A</a:t>
            </a:r>
            <a:endParaRPr lang="zh-TW" altLang="zh-TW" sz="1400" b="0" dirty="0"/>
          </a:p>
          <a:p>
            <a:pPr eaLnBrk="1" fontAlgn="ctr" hangingPunct="1"/>
            <a:r>
              <a:rPr lang="en-US" altLang="zh-TW" sz="1400" b="0" dirty="0"/>
              <a:t>BOOTCHAIN_GET_CHECK_MCU1A</a:t>
            </a:r>
            <a:endParaRPr lang="zh-TW" altLang="zh-TW" sz="1400" b="0" dirty="0"/>
          </a:p>
          <a:p>
            <a:pPr eaLnBrk="1" fontAlgn="ctr" hangingPunct="1"/>
            <a:r>
              <a:rPr lang="en-US" altLang="zh-TW" sz="1400" b="0" dirty="0"/>
              <a:t>GPIO_LIST_CTRL_CHECK_MCU1A</a:t>
            </a:r>
            <a:endParaRPr lang="zh-TW" altLang="zh-TW" sz="1400" b="0" dirty="0"/>
          </a:p>
          <a:p>
            <a:pPr eaLnBrk="1" fontAlgn="ctr" hangingPunct="1"/>
            <a:r>
              <a:rPr lang="en-US" altLang="zh-TW" sz="1400" b="0" dirty="0"/>
              <a:t>GPIO_LIST_CHECK_MCU1A</a:t>
            </a:r>
            <a:endParaRPr lang="zh-TW" altLang="zh-TW" sz="1400" b="0" dirty="0"/>
          </a:p>
          <a:p>
            <a:pPr eaLnBrk="1" fontAlgn="ctr" hangingPunct="1"/>
            <a:r>
              <a:rPr lang="en-US" altLang="zh-TW" sz="1400" b="0" dirty="0"/>
              <a:t>SHOWVOLTAGES_CHECK_MCU1A</a:t>
            </a:r>
            <a:endParaRPr lang="zh-TW" altLang="zh-TW" sz="1400" b="0" dirty="0"/>
          </a:p>
          <a:p>
            <a:pPr eaLnBrk="1" fontAlgn="ctr" hangingPunct="1"/>
            <a:r>
              <a:rPr lang="en-US" altLang="zh-TW" sz="1400" b="0" dirty="0"/>
              <a:t>IDENTIFIER_88Q5152_CHECK_MCU1A</a:t>
            </a:r>
            <a:endParaRPr lang="zh-TW" altLang="zh-TW" sz="1400" b="0" dirty="0"/>
          </a:p>
          <a:p>
            <a:pPr eaLnBrk="1" fontAlgn="ctr" hangingPunct="1"/>
            <a:r>
              <a:rPr lang="en-US" altLang="zh-TW" sz="1400" b="0" dirty="0"/>
              <a:t>PHY_REVISION_CHECK_MCU1A</a:t>
            </a:r>
            <a:endParaRPr lang="zh-TW" altLang="zh-TW" sz="1400" b="0" dirty="0"/>
          </a:p>
          <a:p>
            <a:pPr eaLnBrk="1" fontAlgn="ctr" hangingPunct="1"/>
            <a:r>
              <a:rPr lang="en-US" altLang="zh-TW" sz="1400" b="0" dirty="0"/>
              <a:t>RDTEMP_CHECK_MCU1A</a:t>
            </a:r>
            <a:endParaRPr lang="zh-TW" altLang="zh-TW" sz="1400" b="0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143DDB8C-88C4-8172-A722-1ED7531A9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Appendix</a:t>
            </a:r>
            <a:endParaRPr lang="zh-TW" altLang="en-US" dirty="0"/>
          </a:p>
        </p:txBody>
      </p:sp>
      <p:sp>
        <p:nvSpPr>
          <p:cNvPr id="9" name="內容版面配置區 1">
            <a:extLst>
              <a:ext uri="{FF2B5EF4-FFF2-40B4-BE49-F238E27FC236}">
                <a16:creationId xmlns:a16="http://schemas.microsoft.com/office/drawing/2014/main" id="{12A1AFC2-F59C-60EF-A2AB-341AFB16FC69}"/>
              </a:ext>
            </a:extLst>
          </p:cNvPr>
          <p:cNvSpPr txBox="1">
            <a:spLocks/>
          </p:cNvSpPr>
          <p:nvPr/>
        </p:nvSpPr>
        <p:spPr>
          <a:xfrm>
            <a:off x="4953000" y="1087378"/>
            <a:ext cx="4104456" cy="5344951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Clr>
                <a:srgbClr val="79BEE8"/>
              </a:buClr>
              <a:buSzPct val="90000"/>
              <a:buFont typeface="Wingdings" pitchFamily="2" charset="2"/>
              <a:buChar char="l"/>
              <a:defRPr kumimoji="1" lang="zh-TW" altLang="en-US" sz="2000" b="1" kern="120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微軟正黑體" pitchFamily="34" charset="-120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A3C1CC"/>
              </a:buClr>
              <a:buSzPct val="90000"/>
              <a:buFont typeface="Wingdings" pitchFamily="2" charset="2"/>
              <a:buChar char="n"/>
              <a:defRPr kumimoji="1" lang="zh-TW" altLang="en-US" sz="1800" b="1" kern="120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微軟正黑體" pitchFamily="34" charset="-120"/>
                <a:cs typeface="+mn-cs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5"/>
              </a:buClr>
              <a:buSzPct val="63000"/>
              <a:buFont typeface="Wingdings" pitchFamily="2" charset="2"/>
              <a:buChar char="u"/>
              <a:defRPr kumimoji="1" lang="zh-TW" altLang="en-US" sz="1600" b="1" kern="120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微軟正黑體" pitchFamily="34" charset="-120"/>
                <a:cs typeface="+mn-cs"/>
              </a:defRPr>
            </a:lvl3pPr>
            <a:lvl4pPr marL="1562100" indent="-228600" algn="l" rtl="0" eaLnBrk="1" fontAlgn="base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>
                  <a:lumMod val="40000"/>
                  <a:lumOff val="60000"/>
                </a:schemeClr>
              </a:buClr>
              <a:buFont typeface="Wingdings" pitchFamily="2" charset="2"/>
              <a:buChar char="Ø"/>
              <a:defRPr kumimoji="1" sz="1400" b="1">
                <a:solidFill>
                  <a:schemeClr val="tx1"/>
                </a:solidFill>
                <a:latin typeface="+mn-lt"/>
                <a:ea typeface="微軟正黑體" pitchFamily="34" charset="-120"/>
              </a:defRPr>
            </a:lvl4pPr>
            <a:lvl5pPr marL="1981200" indent="-228600" algn="l" rtl="0" eaLnBrk="1" fontAlgn="base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>
                  <a:lumMod val="40000"/>
                  <a:lumOff val="60000"/>
                </a:schemeClr>
              </a:buClr>
              <a:buFont typeface="Wingdings" pitchFamily="2" charset="2"/>
              <a:buChar char="ü"/>
              <a:defRPr kumimoji="1" sz="1400">
                <a:solidFill>
                  <a:schemeClr val="tx1"/>
                </a:solidFill>
                <a:latin typeface="+mn-lt"/>
                <a:ea typeface="微軟正黑體" pitchFamily="34" charset="-120"/>
              </a:defRPr>
            </a:lvl5pPr>
            <a:lvl6pPr marL="2438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1400">
                <a:solidFill>
                  <a:schemeClr val="tx1"/>
                </a:solidFill>
                <a:latin typeface="+mj-lt"/>
                <a:ea typeface="+mn-ea"/>
              </a:defRPr>
            </a:lvl6pPr>
            <a:lvl7pPr marL="2895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1400">
                <a:solidFill>
                  <a:schemeClr val="tx1"/>
                </a:solidFill>
                <a:latin typeface="+mj-lt"/>
                <a:ea typeface="+mn-ea"/>
              </a:defRPr>
            </a:lvl7pPr>
            <a:lvl8pPr marL="3352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1400">
                <a:solidFill>
                  <a:schemeClr val="tx1"/>
                </a:solidFill>
                <a:latin typeface="+mj-lt"/>
                <a:ea typeface="+mn-ea"/>
              </a:defRPr>
            </a:lvl8pPr>
            <a:lvl9pPr marL="3810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1400">
                <a:solidFill>
                  <a:schemeClr val="tx1"/>
                </a:solidFill>
                <a:latin typeface="+mj-lt"/>
                <a:ea typeface="+mn-ea"/>
              </a:defRPr>
            </a:lvl9pPr>
          </a:lstStyle>
          <a:p>
            <a:pPr eaLnBrk="1" fontAlgn="ctr" hangingPunct="1"/>
            <a:endParaRPr lang="en-US" altLang="zh-TW" b="0" dirty="0"/>
          </a:p>
          <a:p>
            <a:pPr eaLnBrk="1" fontAlgn="ctr" hangingPunct="1"/>
            <a:r>
              <a:rPr lang="en-US" altLang="zh-TW" sz="1400" b="0" dirty="0"/>
              <a:t>VRS_CHIPID_CHECK_MCU1A</a:t>
            </a:r>
          </a:p>
          <a:p>
            <a:pPr eaLnBrk="1" fontAlgn="ctr" hangingPunct="1"/>
            <a:r>
              <a:rPr lang="en-US" altLang="zh-TW" sz="1400" b="0" dirty="0"/>
              <a:t>MAX20040_EN_CHECK_MCU1A</a:t>
            </a:r>
          </a:p>
          <a:p>
            <a:pPr eaLnBrk="1" fontAlgn="ctr" hangingPunct="1"/>
            <a:r>
              <a:rPr lang="en-US" altLang="zh-TW" sz="1400" b="0" dirty="0"/>
              <a:t>I2CSCAN_0_CHECK_MCU1A</a:t>
            </a:r>
          </a:p>
          <a:p>
            <a:pPr eaLnBrk="1" fontAlgn="ctr" hangingPunct="1"/>
            <a:r>
              <a:rPr lang="en-US" altLang="zh-TW" sz="1400" b="0" dirty="0"/>
              <a:t>SHOWCURRENT_CHECK_MCU1A</a:t>
            </a:r>
          </a:p>
          <a:p>
            <a:pPr eaLnBrk="1" fontAlgn="ctr" hangingPunct="1"/>
            <a:r>
              <a:rPr lang="en-US" altLang="zh-TW" sz="1400" b="0" dirty="0"/>
              <a:t>SPI_CHECK_MCU1A</a:t>
            </a:r>
          </a:p>
          <a:p>
            <a:pPr eaLnBrk="1" fontAlgn="ctr" hangingPunct="1"/>
            <a:r>
              <a:rPr lang="en-US" altLang="zh-TW" sz="1400" b="0" dirty="0"/>
              <a:t>SAFETY_MCU1A_TO_MCU1B_CHECK</a:t>
            </a:r>
          </a:p>
          <a:p>
            <a:pPr eaLnBrk="1" fontAlgn="ctr" hangingPunct="1"/>
            <a:r>
              <a:rPr lang="en-US" altLang="zh-TW" sz="1400" b="0" dirty="0"/>
              <a:t>SAFETY_MCU1B_TO_MCU1A_CHECK</a:t>
            </a:r>
          </a:p>
          <a:p>
            <a:pPr marL="0" indent="0">
              <a:buFont typeface="Wingdings" pitchFamily="2" charset="2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9690400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B7D48-9B31-2903-6BFD-F2F042966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7D3EF946-0B69-4C6D-877D-99E526E3F7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504" y="1087379"/>
            <a:ext cx="4104456" cy="5344951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 err="1"/>
              <a:t>AV_Ext</a:t>
            </a:r>
            <a:r>
              <a:rPr lang="en-US" altLang="zh-TW" dirty="0"/>
              <a:t> test function (MCU1B):</a:t>
            </a:r>
          </a:p>
          <a:p>
            <a:pPr eaLnBrk="1" fontAlgn="ctr" hangingPunct="1"/>
            <a:r>
              <a:rPr lang="en-US" altLang="zh-TW" sz="1400" b="0" dirty="0"/>
              <a:t>VERSION_CHECK_MCU1B</a:t>
            </a:r>
            <a:endParaRPr lang="zh-TW" altLang="zh-TW" sz="1400" b="0" dirty="0"/>
          </a:p>
          <a:p>
            <a:pPr eaLnBrk="1" fontAlgn="ctr" hangingPunct="1"/>
            <a:r>
              <a:rPr lang="en-US" altLang="zh-TW" sz="1400" b="0" dirty="0"/>
              <a:t>SHOWFS26STATE_CHECK_MCU1B</a:t>
            </a:r>
            <a:endParaRPr lang="zh-TW" altLang="zh-TW" sz="1400" b="0" dirty="0"/>
          </a:p>
          <a:p>
            <a:pPr eaLnBrk="1" fontAlgn="ctr" hangingPunct="1"/>
            <a:r>
              <a:rPr lang="en-US" altLang="zh-TW" sz="1400" b="0" dirty="0"/>
              <a:t>SHOWPORT_B4_CHECK_MCU1B</a:t>
            </a:r>
            <a:endParaRPr lang="zh-TW" altLang="zh-TW" sz="1400" b="0" dirty="0"/>
          </a:p>
          <a:p>
            <a:pPr eaLnBrk="1" fontAlgn="ctr" hangingPunct="1"/>
            <a:r>
              <a:rPr lang="en-US" altLang="zh-TW" sz="1400" b="0" dirty="0"/>
              <a:t>SHOWPORT_B5_CHECK_MCU1B</a:t>
            </a:r>
            <a:endParaRPr lang="zh-TW" altLang="zh-TW" sz="1400" b="0" dirty="0"/>
          </a:p>
          <a:p>
            <a:pPr eaLnBrk="1" fontAlgn="ctr" hangingPunct="1"/>
            <a:r>
              <a:rPr lang="en-US" altLang="zh-TW" sz="1400" b="0" dirty="0"/>
              <a:t>SHOWPORT_A22_CHECK_MCU1B</a:t>
            </a:r>
            <a:endParaRPr lang="zh-TW" altLang="zh-TW" sz="1400" b="0" dirty="0"/>
          </a:p>
          <a:p>
            <a:pPr eaLnBrk="1" fontAlgn="ctr" hangingPunct="1"/>
            <a:r>
              <a:rPr lang="en-US" altLang="zh-TW" sz="1400" b="0" dirty="0"/>
              <a:t>GETHWID_CHECK_MCU1B</a:t>
            </a:r>
            <a:endParaRPr lang="zh-TW" altLang="zh-TW" sz="1400" b="0" dirty="0"/>
          </a:p>
          <a:p>
            <a:pPr eaLnBrk="1" fontAlgn="ctr" hangingPunct="1"/>
            <a:r>
              <a:rPr lang="en-US" altLang="zh-TW" sz="1400" b="0" dirty="0"/>
              <a:t>BOOTCHAIN_0_CHECK_MCU1B</a:t>
            </a:r>
            <a:endParaRPr lang="zh-TW" altLang="zh-TW" sz="1400" b="0" dirty="0"/>
          </a:p>
          <a:p>
            <a:pPr eaLnBrk="1" fontAlgn="ctr" hangingPunct="1"/>
            <a:r>
              <a:rPr lang="en-US" altLang="zh-TW" sz="1400" b="0" dirty="0"/>
              <a:t>PRINTBOOTCHAIN_CHECK_MCU1B</a:t>
            </a:r>
            <a:endParaRPr lang="zh-TW" altLang="zh-TW" sz="1400" b="0" dirty="0"/>
          </a:p>
          <a:p>
            <a:pPr eaLnBrk="1" fontAlgn="ctr" hangingPunct="1"/>
            <a:r>
              <a:rPr lang="en-US" altLang="zh-TW" sz="1400" b="0" dirty="0"/>
              <a:t>GPIO_LIST_CTRL_CHECK_MCU1B</a:t>
            </a:r>
            <a:endParaRPr lang="zh-TW" altLang="zh-TW" sz="1400" b="0" dirty="0"/>
          </a:p>
          <a:p>
            <a:pPr eaLnBrk="1" fontAlgn="ctr" hangingPunct="1"/>
            <a:r>
              <a:rPr lang="en-US" altLang="zh-TW" sz="1400" b="0" dirty="0"/>
              <a:t>PGOODSTATUS_CHECK_MCU1B</a:t>
            </a:r>
            <a:endParaRPr lang="zh-TW" altLang="zh-TW" sz="1400" b="0" dirty="0"/>
          </a:p>
          <a:p>
            <a:pPr eaLnBrk="1" fontAlgn="ctr" hangingPunct="1"/>
            <a:r>
              <a:rPr lang="en-US" altLang="zh-TW" sz="1400" b="0" dirty="0"/>
              <a:t>GPIO_LIST_THERM_CHECK_MCU1B</a:t>
            </a:r>
            <a:endParaRPr lang="zh-TW" altLang="zh-TW" sz="1400" b="0" dirty="0"/>
          </a:p>
          <a:p>
            <a:pPr eaLnBrk="1" fontAlgn="ctr" hangingPunct="1"/>
            <a:r>
              <a:rPr lang="en-US" altLang="zh-TW" sz="1400" b="0" dirty="0"/>
              <a:t>GPIO_LIST_CHECK_MCU1B</a:t>
            </a:r>
            <a:endParaRPr lang="zh-TW" altLang="zh-TW" sz="1400" b="0" dirty="0"/>
          </a:p>
          <a:p>
            <a:pPr eaLnBrk="1" fontAlgn="ctr" hangingPunct="1"/>
            <a:r>
              <a:rPr lang="en-US" altLang="zh-TW" sz="1400" b="0" dirty="0"/>
              <a:t>SHOWVOLTAGES_CHECK_MCU1B</a:t>
            </a:r>
            <a:endParaRPr lang="zh-TW" altLang="zh-TW" sz="1400" b="0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ABDB59B5-C57B-D3F4-D642-C04D36358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Appendix</a:t>
            </a:r>
            <a:endParaRPr lang="zh-TW" altLang="en-US" dirty="0"/>
          </a:p>
        </p:txBody>
      </p:sp>
      <p:sp>
        <p:nvSpPr>
          <p:cNvPr id="9" name="內容版面配置區 1">
            <a:extLst>
              <a:ext uri="{FF2B5EF4-FFF2-40B4-BE49-F238E27FC236}">
                <a16:creationId xmlns:a16="http://schemas.microsoft.com/office/drawing/2014/main" id="{19F4A21C-9A50-FD99-DD2B-64F6A427B5FB}"/>
              </a:ext>
            </a:extLst>
          </p:cNvPr>
          <p:cNvSpPr txBox="1">
            <a:spLocks/>
          </p:cNvSpPr>
          <p:nvPr/>
        </p:nvSpPr>
        <p:spPr>
          <a:xfrm>
            <a:off x="4953000" y="1087378"/>
            <a:ext cx="4104456" cy="5344951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Clr>
                <a:srgbClr val="79BEE8"/>
              </a:buClr>
              <a:buSzPct val="90000"/>
              <a:buFont typeface="Wingdings" pitchFamily="2" charset="2"/>
              <a:buChar char="l"/>
              <a:defRPr kumimoji="1" lang="zh-TW" altLang="en-US" sz="2000" b="1" kern="120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微軟正黑體" pitchFamily="34" charset="-120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A3C1CC"/>
              </a:buClr>
              <a:buSzPct val="90000"/>
              <a:buFont typeface="Wingdings" pitchFamily="2" charset="2"/>
              <a:buChar char="n"/>
              <a:defRPr kumimoji="1" lang="zh-TW" altLang="en-US" sz="1800" b="1" kern="120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微軟正黑體" pitchFamily="34" charset="-120"/>
                <a:cs typeface="+mn-cs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5"/>
              </a:buClr>
              <a:buSzPct val="63000"/>
              <a:buFont typeface="Wingdings" pitchFamily="2" charset="2"/>
              <a:buChar char="u"/>
              <a:defRPr kumimoji="1" lang="zh-TW" altLang="en-US" sz="1600" b="1" kern="120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微軟正黑體" pitchFamily="34" charset="-120"/>
                <a:cs typeface="+mn-cs"/>
              </a:defRPr>
            </a:lvl3pPr>
            <a:lvl4pPr marL="1562100" indent="-228600" algn="l" rtl="0" eaLnBrk="1" fontAlgn="base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>
                  <a:lumMod val="40000"/>
                  <a:lumOff val="60000"/>
                </a:schemeClr>
              </a:buClr>
              <a:buFont typeface="Wingdings" pitchFamily="2" charset="2"/>
              <a:buChar char="Ø"/>
              <a:defRPr kumimoji="1" sz="1400" b="1">
                <a:solidFill>
                  <a:schemeClr val="tx1"/>
                </a:solidFill>
                <a:latin typeface="+mn-lt"/>
                <a:ea typeface="微軟正黑體" pitchFamily="34" charset="-120"/>
              </a:defRPr>
            </a:lvl4pPr>
            <a:lvl5pPr marL="1981200" indent="-228600" algn="l" rtl="0" eaLnBrk="1" fontAlgn="base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>
                  <a:lumMod val="40000"/>
                  <a:lumOff val="60000"/>
                </a:schemeClr>
              </a:buClr>
              <a:buFont typeface="Wingdings" pitchFamily="2" charset="2"/>
              <a:buChar char="ü"/>
              <a:defRPr kumimoji="1" sz="1400">
                <a:solidFill>
                  <a:schemeClr val="tx1"/>
                </a:solidFill>
                <a:latin typeface="+mn-lt"/>
                <a:ea typeface="微軟正黑體" pitchFamily="34" charset="-120"/>
              </a:defRPr>
            </a:lvl5pPr>
            <a:lvl6pPr marL="2438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1400">
                <a:solidFill>
                  <a:schemeClr val="tx1"/>
                </a:solidFill>
                <a:latin typeface="+mj-lt"/>
                <a:ea typeface="+mn-ea"/>
              </a:defRPr>
            </a:lvl6pPr>
            <a:lvl7pPr marL="2895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1400">
                <a:solidFill>
                  <a:schemeClr val="tx1"/>
                </a:solidFill>
                <a:latin typeface="+mj-lt"/>
                <a:ea typeface="+mn-ea"/>
              </a:defRPr>
            </a:lvl7pPr>
            <a:lvl8pPr marL="3352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1400">
                <a:solidFill>
                  <a:schemeClr val="tx1"/>
                </a:solidFill>
                <a:latin typeface="+mj-lt"/>
                <a:ea typeface="+mn-ea"/>
              </a:defRPr>
            </a:lvl8pPr>
            <a:lvl9pPr marL="3810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1400">
                <a:solidFill>
                  <a:schemeClr val="tx1"/>
                </a:solidFill>
                <a:latin typeface="+mj-lt"/>
                <a:ea typeface="+mn-ea"/>
              </a:defRPr>
            </a:lvl9pPr>
          </a:lstStyle>
          <a:p>
            <a:pPr eaLnBrk="1" fontAlgn="ctr" hangingPunct="1"/>
            <a:endParaRPr lang="en-US" altLang="zh-TW" b="0" dirty="0"/>
          </a:p>
          <a:p>
            <a:pPr eaLnBrk="1" fontAlgn="ctr" hangingPunct="1"/>
            <a:r>
              <a:rPr lang="en-US" altLang="zh-TW" sz="1400" b="0" dirty="0"/>
              <a:t>RDTEMP_CHECK_MCU1B</a:t>
            </a:r>
            <a:endParaRPr lang="zh-TW" altLang="zh-TW" sz="1400" b="0" dirty="0"/>
          </a:p>
          <a:p>
            <a:pPr eaLnBrk="1" fontAlgn="ctr" hangingPunct="1"/>
            <a:r>
              <a:rPr lang="en-US" altLang="zh-TW" sz="1400" b="0" dirty="0"/>
              <a:t>VRS_CHIPID_CHECK_MCU1B</a:t>
            </a:r>
            <a:endParaRPr lang="zh-TW" altLang="zh-TW" sz="1400" b="0" dirty="0"/>
          </a:p>
          <a:p>
            <a:pPr eaLnBrk="1" fontAlgn="ctr" hangingPunct="1"/>
            <a:r>
              <a:rPr lang="en-US" altLang="zh-TW" sz="1400" b="0" dirty="0"/>
              <a:t>MVQ6223_SWITCH_ID_CHECK_MCU1B</a:t>
            </a:r>
            <a:endParaRPr lang="zh-TW" altLang="zh-TW" sz="1400" b="0" dirty="0"/>
          </a:p>
          <a:p>
            <a:pPr eaLnBrk="1" fontAlgn="ctr" hangingPunct="1"/>
            <a:r>
              <a:rPr lang="en-US" altLang="zh-TW" sz="1400" b="0" dirty="0"/>
              <a:t>PHY_REVISION_CHECK_MCU1B</a:t>
            </a:r>
            <a:endParaRPr lang="zh-TW" altLang="zh-TW" sz="1400" b="0" dirty="0"/>
          </a:p>
          <a:p>
            <a:pPr eaLnBrk="1" fontAlgn="ctr" hangingPunct="1"/>
            <a:r>
              <a:rPr lang="en-US" altLang="zh-TW" sz="1400" b="0" dirty="0"/>
              <a:t>MAX20040_EN_CHECK_MCU1B</a:t>
            </a:r>
            <a:endParaRPr lang="zh-TW" altLang="zh-TW" sz="1400" b="0" dirty="0"/>
          </a:p>
          <a:p>
            <a:pPr eaLnBrk="1" fontAlgn="ctr" hangingPunct="1"/>
            <a:r>
              <a:rPr lang="en-US" altLang="zh-TW" sz="1400" b="0" dirty="0"/>
              <a:t>PHY_MVQ3244_MCU1B</a:t>
            </a:r>
            <a:endParaRPr lang="zh-TW" altLang="zh-TW" sz="1400" b="0" dirty="0"/>
          </a:p>
          <a:p>
            <a:pPr eaLnBrk="1" fontAlgn="ctr" hangingPunct="1"/>
            <a:r>
              <a:rPr lang="en-US" altLang="zh-TW" sz="1400" b="0" dirty="0"/>
              <a:t>I2CSCAN_0_CHECK_MCU1B</a:t>
            </a:r>
            <a:endParaRPr lang="zh-TW" altLang="zh-TW" sz="1400" b="0" dirty="0"/>
          </a:p>
          <a:p>
            <a:pPr eaLnBrk="1" fontAlgn="ctr" hangingPunct="1"/>
            <a:r>
              <a:rPr lang="en-US" altLang="zh-TW" sz="1400" b="0" dirty="0"/>
              <a:t>UARTHS_MCU1A_CHECK</a:t>
            </a:r>
            <a:endParaRPr lang="zh-TW" altLang="zh-TW" sz="1400" b="0" dirty="0"/>
          </a:p>
          <a:p>
            <a:pPr eaLnBrk="1" fontAlgn="ctr" hangingPunct="1"/>
            <a:r>
              <a:rPr lang="en-US" altLang="zh-TW" sz="1400" b="0" dirty="0"/>
              <a:t>UARTHS_3B_CHECK_MCU1B</a:t>
            </a:r>
            <a:endParaRPr lang="zh-TW" altLang="zh-TW" sz="1400" b="0" dirty="0"/>
          </a:p>
          <a:p>
            <a:pPr eaLnBrk="1" fontAlgn="ctr" hangingPunct="1"/>
            <a:r>
              <a:rPr lang="en-US" altLang="zh-TW" sz="1400" b="0" dirty="0"/>
              <a:t>SPI_CHECK_MCU1B</a:t>
            </a:r>
            <a:endParaRPr lang="zh-TW" altLang="zh-TW" sz="1400" b="0" dirty="0"/>
          </a:p>
        </p:txBody>
      </p:sp>
    </p:spTree>
    <p:extLst>
      <p:ext uri="{BB962C8B-B14F-4D97-AF65-F5344CB8AC3E}">
        <p14:creationId xmlns:p14="http://schemas.microsoft.com/office/powerpoint/2010/main" val="1012396982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48AC4F-42B4-9A00-58CA-C9D1E7DDF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A800ACEF-E2A4-5C27-E327-DC49E72A3C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504" y="1087379"/>
            <a:ext cx="4104456" cy="5344951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 err="1"/>
              <a:t>AV_Ext</a:t>
            </a:r>
            <a:r>
              <a:rPr lang="en-US" altLang="zh-TW" dirty="0"/>
              <a:t> test function (MCU3B):</a:t>
            </a:r>
          </a:p>
          <a:p>
            <a:pPr eaLnBrk="1" fontAlgn="ctr" hangingPunct="1"/>
            <a:r>
              <a:rPr lang="en-US" altLang="zh-TW" sz="1400" b="0" dirty="0"/>
              <a:t>VERSION_CHECK_MCU3</a:t>
            </a:r>
          </a:p>
          <a:p>
            <a:pPr eaLnBrk="1" fontAlgn="ctr" hangingPunct="1"/>
            <a:r>
              <a:rPr lang="en-US" altLang="zh-TW" sz="1400" b="0" dirty="0"/>
              <a:t>FS04_CHECK_MCU3</a:t>
            </a:r>
          </a:p>
          <a:p>
            <a:pPr eaLnBrk="1" fontAlgn="ctr" hangingPunct="1"/>
            <a:r>
              <a:rPr lang="en-US" altLang="zh-TW" sz="1400" b="0" dirty="0"/>
              <a:t>I2C_HKII2C_CHECK_MCU3</a:t>
            </a:r>
          </a:p>
          <a:p>
            <a:pPr eaLnBrk="1" fontAlgn="ctr" hangingPunct="1"/>
            <a:r>
              <a:rPr lang="en-US" altLang="zh-TW" sz="1400" b="0" dirty="0"/>
              <a:t>I2C_SCAN1_CHECK_MCU3</a:t>
            </a:r>
          </a:p>
          <a:p>
            <a:pPr eaLnBrk="1" fontAlgn="ctr" hangingPunct="1"/>
            <a:r>
              <a:rPr lang="en-US" altLang="zh-TW" sz="1400" b="0" dirty="0"/>
              <a:t>SPI_REM_TEST_MCU3</a:t>
            </a:r>
          </a:p>
          <a:p>
            <a:pPr eaLnBrk="1" fontAlgn="ctr" hangingPunct="1"/>
            <a:r>
              <a:rPr lang="en-US" altLang="zh-TW" sz="1400" b="0" dirty="0"/>
              <a:t>PCIE_CHECK_MCU3</a:t>
            </a:r>
          </a:p>
          <a:p>
            <a:pPr eaLnBrk="1" fontAlgn="ctr" hangingPunct="1"/>
            <a:r>
              <a:rPr lang="en-US" altLang="zh-TW" sz="1400" b="0" dirty="0"/>
              <a:t>EOUT_CHECK_MCU3</a:t>
            </a:r>
            <a:endParaRPr lang="zh-TW" altLang="zh-TW" sz="1400" b="0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BF3D3667-8C01-D3E8-C859-C85A539D6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Appendix</a:t>
            </a:r>
            <a:endParaRPr lang="zh-TW" altLang="en-US" dirty="0"/>
          </a:p>
        </p:txBody>
      </p:sp>
      <p:sp>
        <p:nvSpPr>
          <p:cNvPr id="9" name="內容版面配置區 1">
            <a:extLst>
              <a:ext uri="{FF2B5EF4-FFF2-40B4-BE49-F238E27FC236}">
                <a16:creationId xmlns:a16="http://schemas.microsoft.com/office/drawing/2014/main" id="{A4802DD4-BDB1-D8D7-A320-78A0BF849D5C}"/>
              </a:ext>
            </a:extLst>
          </p:cNvPr>
          <p:cNvSpPr txBox="1">
            <a:spLocks/>
          </p:cNvSpPr>
          <p:nvPr/>
        </p:nvSpPr>
        <p:spPr>
          <a:xfrm>
            <a:off x="4953000" y="1087378"/>
            <a:ext cx="4104456" cy="5344951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Clr>
                <a:srgbClr val="79BEE8"/>
              </a:buClr>
              <a:buSzPct val="90000"/>
              <a:buFont typeface="Wingdings" pitchFamily="2" charset="2"/>
              <a:buChar char="l"/>
              <a:defRPr kumimoji="1" lang="zh-TW" altLang="en-US" sz="2000" b="1" kern="120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微軟正黑體" pitchFamily="34" charset="-120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A3C1CC"/>
              </a:buClr>
              <a:buSzPct val="90000"/>
              <a:buFont typeface="Wingdings" pitchFamily="2" charset="2"/>
              <a:buChar char="n"/>
              <a:defRPr kumimoji="1" lang="zh-TW" altLang="en-US" sz="1800" b="1" kern="120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微軟正黑體" pitchFamily="34" charset="-120"/>
                <a:cs typeface="+mn-cs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5"/>
              </a:buClr>
              <a:buSzPct val="63000"/>
              <a:buFont typeface="Wingdings" pitchFamily="2" charset="2"/>
              <a:buChar char="u"/>
              <a:defRPr kumimoji="1" lang="zh-TW" altLang="en-US" sz="1600" b="1" kern="120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微軟正黑體" pitchFamily="34" charset="-120"/>
                <a:cs typeface="+mn-cs"/>
              </a:defRPr>
            </a:lvl3pPr>
            <a:lvl4pPr marL="1562100" indent="-228600" algn="l" rtl="0" eaLnBrk="1" fontAlgn="base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>
                  <a:lumMod val="40000"/>
                  <a:lumOff val="60000"/>
                </a:schemeClr>
              </a:buClr>
              <a:buFont typeface="Wingdings" pitchFamily="2" charset="2"/>
              <a:buChar char="Ø"/>
              <a:defRPr kumimoji="1" sz="1400" b="1">
                <a:solidFill>
                  <a:schemeClr val="tx1"/>
                </a:solidFill>
                <a:latin typeface="+mn-lt"/>
                <a:ea typeface="微軟正黑體" pitchFamily="34" charset="-120"/>
              </a:defRPr>
            </a:lvl4pPr>
            <a:lvl5pPr marL="1981200" indent="-228600" algn="l" rtl="0" eaLnBrk="1" fontAlgn="base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>
                  <a:lumMod val="40000"/>
                  <a:lumOff val="60000"/>
                </a:schemeClr>
              </a:buClr>
              <a:buFont typeface="Wingdings" pitchFamily="2" charset="2"/>
              <a:buChar char="ü"/>
              <a:defRPr kumimoji="1" sz="1400">
                <a:solidFill>
                  <a:schemeClr val="tx1"/>
                </a:solidFill>
                <a:latin typeface="+mn-lt"/>
                <a:ea typeface="微軟正黑體" pitchFamily="34" charset="-120"/>
              </a:defRPr>
            </a:lvl5pPr>
            <a:lvl6pPr marL="2438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1400">
                <a:solidFill>
                  <a:schemeClr val="tx1"/>
                </a:solidFill>
                <a:latin typeface="+mj-lt"/>
                <a:ea typeface="+mn-ea"/>
              </a:defRPr>
            </a:lvl6pPr>
            <a:lvl7pPr marL="2895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1400">
                <a:solidFill>
                  <a:schemeClr val="tx1"/>
                </a:solidFill>
                <a:latin typeface="+mj-lt"/>
                <a:ea typeface="+mn-ea"/>
              </a:defRPr>
            </a:lvl7pPr>
            <a:lvl8pPr marL="3352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1400">
                <a:solidFill>
                  <a:schemeClr val="tx1"/>
                </a:solidFill>
                <a:latin typeface="+mj-lt"/>
                <a:ea typeface="+mn-ea"/>
              </a:defRPr>
            </a:lvl8pPr>
            <a:lvl9pPr marL="3810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1400">
                <a:solidFill>
                  <a:schemeClr val="tx1"/>
                </a:solidFill>
                <a:latin typeface="+mj-lt"/>
                <a:ea typeface="+mn-ea"/>
              </a:defRPr>
            </a:lvl9pPr>
          </a:lstStyle>
          <a:p>
            <a:pPr eaLnBrk="1" fontAlgn="ctr" hangingPunct="1"/>
            <a:endParaRPr lang="en-US" altLang="zh-TW" b="0" dirty="0"/>
          </a:p>
          <a:p>
            <a:pPr eaLnBrk="1" fontAlgn="ctr" hangingPunct="1"/>
            <a:r>
              <a:rPr lang="en-US" altLang="zh-TW" sz="1400" b="0" dirty="0"/>
              <a:t>VERSION_CHECK_MCU3_UART</a:t>
            </a:r>
          </a:p>
          <a:p>
            <a:pPr eaLnBrk="1" fontAlgn="ctr" hangingPunct="1"/>
            <a:r>
              <a:rPr lang="en-US" altLang="zh-TW" sz="1400" b="0" dirty="0"/>
              <a:t>FS04_CHECK_MCU3 _UART</a:t>
            </a:r>
          </a:p>
          <a:p>
            <a:pPr eaLnBrk="1" fontAlgn="ctr" hangingPunct="1"/>
            <a:r>
              <a:rPr lang="en-US" altLang="zh-TW" sz="1400" b="0" dirty="0"/>
              <a:t>I2C_HKII2C_CHECK_MCU3 _UART</a:t>
            </a:r>
          </a:p>
          <a:p>
            <a:pPr eaLnBrk="1" fontAlgn="ctr" hangingPunct="1"/>
            <a:r>
              <a:rPr lang="en-US" altLang="zh-TW" sz="1400" b="0" dirty="0"/>
              <a:t>I2C_SCAN1_CHECK_MCU3 _UART</a:t>
            </a:r>
          </a:p>
          <a:p>
            <a:pPr eaLnBrk="1" fontAlgn="ctr" hangingPunct="1"/>
            <a:r>
              <a:rPr lang="en-US" altLang="zh-TW" sz="1400" b="0" dirty="0"/>
              <a:t>SPI_REM_TEST_MCU3 _UART</a:t>
            </a:r>
          </a:p>
          <a:p>
            <a:pPr eaLnBrk="1" fontAlgn="ctr" hangingPunct="1"/>
            <a:r>
              <a:rPr lang="en-US" altLang="zh-TW" sz="1400" b="0" dirty="0"/>
              <a:t>PCIE_CHECK_MCU3 _UART</a:t>
            </a:r>
          </a:p>
          <a:p>
            <a:pPr eaLnBrk="1" fontAlgn="ctr" hangingPunct="1"/>
            <a:r>
              <a:rPr lang="en-US" altLang="zh-TW" sz="1400" b="0" dirty="0"/>
              <a:t>EOUT_CHECK_MCU3 _UART</a:t>
            </a:r>
            <a:endParaRPr lang="zh-TW" altLang="zh-TW" sz="1400" b="0" dirty="0"/>
          </a:p>
        </p:txBody>
      </p:sp>
    </p:spTree>
    <p:extLst>
      <p:ext uri="{BB962C8B-B14F-4D97-AF65-F5344CB8AC3E}">
        <p14:creationId xmlns:p14="http://schemas.microsoft.com/office/powerpoint/2010/main" val="1536827118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539ED1-3071-7E85-72CB-0133CC7ED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98B99324-56D7-9F94-A456-07E2DA2907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504" y="1087379"/>
            <a:ext cx="4104456" cy="5344951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/>
              <a:t>IVI test function :</a:t>
            </a:r>
          </a:p>
          <a:p>
            <a:pPr eaLnBrk="1" fontAlgn="ctr" hangingPunct="1"/>
            <a:r>
              <a:rPr lang="en-US" altLang="zh-TW" sz="1400" b="0" dirty="0"/>
              <a:t>VERSION_CHECK</a:t>
            </a:r>
          </a:p>
          <a:p>
            <a:pPr eaLnBrk="1" fontAlgn="ctr" hangingPunct="1"/>
            <a:r>
              <a:rPr lang="en-US" altLang="zh-TW" sz="1400" b="0" dirty="0"/>
              <a:t>SHOWFS26STATE_CHECK</a:t>
            </a:r>
          </a:p>
          <a:p>
            <a:pPr eaLnBrk="1" fontAlgn="ctr" hangingPunct="1"/>
            <a:r>
              <a:rPr lang="en-US" altLang="zh-TW" sz="1400" b="0" dirty="0"/>
              <a:t>GPIO_LIST_CHECK</a:t>
            </a:r>
          </a:p>
          <a:p>
            <a:pPr eaLnBrk="1" fontAlgn="ctr" hangingPunct="1"/>
            <a:r>
              <a:rPr lang="en-US" altLang="zh-TW" sz="1400" b="0" dirty="0"/>
              <a:t>SHOWVOLTAGES_CHECK</a:t>
            </a:r>
          </a:p>
          <a:p>
            <a:pPr eaLnBrk="1" fontAlgn="ctr" hangingPunct="1"/>
            <a:r>
              <a:rPr lang="en-US" altLang="zh-TW" sz="1400" b="0" dirty="0"/>
              <a:t>PGOODSTATUS_CHECK</a:t>
            </a:r>
          </a:p>
          <a:p>
            <a:pPr eaLnBrk="1" fontAlgn="ctr" hangingPunct="1"/>
            <a:r>
              <a:rPr lang="en-US" altLang="zh-TW" sz="1400" b="0" dirty="0"/>
              <a:t>IDENTIFIER_88Q5152_CHECK</a:t>
            </a:r>
          </a:p>
          <a:p>
            <a:pPr eaLnBrk="1" fontAlgn="ctr" hangingPunct="1"/>
            <a:r>
              <a:rPr lang="en-US" altLang="zh-TW" sz="1400" b="0" dirty="0"/>
              <a:t>SOCDLMODE_ON_CHECK</a:t>
            </a:r>
          </a:p>
          <a:p>
            <a:pPr eaLnBrk="1" fontAlgn="ctr" hangingPunct="1"/>
            <a:r>
              <a:rPr lang="en-US" altLang="zh-TW" sz="1400" b="0" dirty="0"/>
              <a:t>SOCRESET_CHECK</a:t>
            </a:r>
          </a:p>
          <a:p>
            <a:pPr eaLnBrk="1" fontAlgn="ctr" hangingPunct="1"/>
            <a:r>
              <a:rPr lang="en-US" altLang="zh-TW" sz="1400" b="0" dirty="0"/>
              <a:t>I2CSCAN_0_CHECK</a:t>
            </a:r>
          </a:p>
          <a:p>
            <a:pPr eaLnBrk="1" fontAlgn="ctr" hangingPunct="1"/>
            <a:r>
              <a:rPr lang="en-US" altLang="zh-TW" sz="1400" b="0" dirty="0"/>
              <a:t>UARTSEND_0_CHECK</a:t>
            </a:r>
          </a:p>
          <a:p>
            <a:pPr eaLnBrk="1" fontAlgn="ctr" hangingPunct="1"/>
            <a:r>
              <a:rPr lang="en-US" altLang="zh-TW" sz="1400" b="0" dirty="0"/>
              <a:t>UARTSEND_1_CHECK</a:t>
            </a:r>
          </a:p>
          <a:p>
            <a:pPr eaLnBrk="1" fontAlgn="ctr" hangingPunct="1"/>
            <a:r>
              <a:rPr lang="en-US" altLang="zh-TW" sz="1400" b="0" dirty="0"/>
              <a:t>STANDBY_CHECK</a:t>
            </a:r>
          </a:p>
          <a:p>
            <a:pPr eaLnBrk="1" fontAlgn="ctr" hangingPunct="1"/>
            <a:r>
              <a:rPr lang="en-US" altLang="zh-TW" sz="1400" b="0" dirty="0"/>
              <a:t>VERSION_CHECK_UART</a:t>
            </a:r>
            <a:endParaRPr lang="zh-TW" altLang="zh-TW" sz="1400" b="0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CDAC3145-4267-3835-D39D-BAD86A6E2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Appendix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92466993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/>
          <p:cNvPicPr>
            <a:picLocks noChangeAspect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6091" y="1268760"/>
            <a:ext cx="6633817" cy="4680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019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Quanta-1">
  <a:themeElements>
    <a:clrScheme name="自訂 3">
      <a:dk1>
        <a:srgbClr val="000000"/>
      </a:dk1>
      <a:lt1>
        <a:srgbClr val="80FFC1"/>
      </a:lt1>
      <a:dk2>
        <a:srgbClr val="008A84"/>
      </a:dk2>
      <a:lt2>
        <a:srgbClr val="FFFFFF"/>
      </a:lt2>
      <a:accent1>
        <a:srgbClr val="618FFD"/>
      </a:accent1>
      <a:accent2>
        <a:srgbClr val="FF0101"/>
      </a:accent2>
      <a:accent3>
        <a:srgbClr val="C0FFDD"/>
      </a:accent3>
      <a:accent4>
        <a:srgbClr val="000000"/>
      </a:accent4>
      <a:accent5>
        <a:srgbClr val="B7C6FE"/>
      </a:accent5>
      <a:accent6>
        <a:srgbClr val="E70101"/>
      </a:accent6>
      <a:hlink>
        <a:srgbClr val="0070C0"/>
      </a:hlink>
      <a:folHlink>
        <a:srgbClr val="008A84"/>
      </a:folHlink>
    </a:clrScheme>
    <a:fontScheme name="Quanta-1">
      <a:majorFont>
        <a:latin typeface="Arial"/>
        <a:ea typeface="AR MinchoL JIS"/>
        <a:cs typeface=""/>
      </a:majorFont>
      <a:minorFont>
        <a:latin typeface="Tahoma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miter lim="800000"/>
          <a:headEnd type="none" w="sm" len="sm"/>
          <a:tailEnd type="arrow" w="sm" len="sm"/>
        </a:ln>
        <a:effectLst/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rebuchet MS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miter lim="800000"/>
          <a:headEnd type="none" w="sm" len="sm"/>
          <a:tailEnd type="arrow" w="sm" len="sm"/>
        </a:ln>
        <a:effectLst/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rebuchet MS" pitchFamily="34" charset="0"/>
            <a:ea typeface="新細明體" pitchFamily="18" charset="-120"/>
          </a:defRPr>
        </a:defPPr>
      </a:lstStyle>
    </a:lnDef>
  </a:objectDefaults>
  <a:extraClrSchemeLst>
    <a:extraClrScheme>
      <a:clrScheme name="Quanta-1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Quanta-1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Quanta-1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Quanta-1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Quanta-1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Quanta-1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Quanta-1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母片.pptx" id="{DD50980F-831B-471A-8653-7769B3BE6EC6}" vid="{8950292B-74E6-4B28-9EBF-AB8CA10BA8A8}"/>
    </a:ext>
  </a:ext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3c0d422-6259-41df-a81d-45654ee23108">
      <Terms xmlns="http://schemas.microsoft.com/office/infopath/2007/PartnerControls"/>
    </lcf76f155ced4ddcb4097134ff3c332f>
    <TaxCatchAll xmlns="e2e83ef4-4252-43dc-9d8c-034eafb1a91c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A21D5A73CAE7FB468BAD94AD26F28DA1" ma:contentTypeVersion="14" ma:contentTypeDescription="建立新的文件。" ma:contentTypeScope="" ma:versionID="d2b0f716a29ec8234b20c149b6d06bb1">
  <xsd:schema xmlns:xsd="http://www.w3.org/2001/XMLSchema" xmlns:xs="http://www.w3.org/2001/XMLSchema" xmlns:p="http://schemas.microsoft.com/office/2006/metadata/properties" xmlns:ns2="53c0d422-6259-41df-a81d-45654ee23108" xmlns:ns3="e2e83ef4-4252-43dc-9d8c-034eafb1a91c" targetNamespace="http://schemas.microsoft.com/office/2006/metadata/properties" ma:root="true" ma:fieldsID="4719caa26177c0579ac5f702a8b0e302" ns2:_="" ns3:_="">
    <xsd:import namespace="53c0d422-6259-41df-a81d-45654ee23108"/>
    <xsd:import namespace="e2e83ef4-4252-43dc-9d8c-034eafb1a91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3c0d422-6259-41df-a81d-45654ee2310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5" nillable="true" ma:taxonomy="true" ma:internalName="lcf76f155ced4ddcb4097134ff3c332f" ma:taxonomyFieldName="MediaServiceImageTags" ma:displayName="影像標籤" ma:readOnly="false" ma:fieldId="{5cf76f15-5ced-4ddc-b409-7134ff3c332f}" ma:taxonomyMulti="true" ma:sspId="6d009afb-f52c-4a27-b1f0-cbcd5487078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e83ef4-4252-43dc-9d8c-034eafb1a91c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cb8a4152-abfb-44d4-a130-51621c880458}" ma:internalName="TaxCatchAll" ma:showField="CatchAllData" ma:web="e2e83ef4-4252-43dc-9d8c-034eafb1a91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共用對象: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共用詳細資料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1199329-3455-4E75-9576-0169FEF39910}">
  <ds:schemaRefs>
    <ds:schemaRef ds:uri="http://schemas.microsoft.com/office/2006/documentManagement/types"/>
    <ds:schemaRef ds:uri="53c0d422-6259-41df-a81d-45654ee23108"/>
    <ds:schemaRef ds:uri="http://www.w3.org/XML/1998/namespace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purl.org/dc/terms/"/>
    <ds:schemaRef ds:uri="e2e83ef4-4252-43dc-9d8c-034eafb1a91c"/>
    <ds:schemaRef ds:uri="http://schemas.microsoft.com/office/2006/metadata/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E2A43E1B-2B53-4CF0-8EC3-BF1E66264F6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A27E593-12FA-49AF-9F66-D07C9E69E39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3c0d422-6259-41df-a81d-45654ee23108"/>
    <ds:schemaRef ds:uri="e2e83ef4-4252-43dc-9d8c-034eafb1a91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179b0327-07fc-4973-ac73-8de7313561b2}" enabled="0" method="" siteId="{179b0327-07fc-4973-ac73-8de7313561b2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母片 - 複製</Template>
  <TotalTime>366</TotalTime>
  <Words>889</Words>
  <Application>Microsoft Office PowerPoint</Application>
  <PresentationFormat>A4 紙張 (210x297 公釐)</PresentationFormat>
  <Paragraphs>142</Paragraphs>
  <Slides>14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23" baseType="lpstr">
      <vt:lpstr>Noto Sans Symbols</vt:lpstr>
      <vt:lpstr>Microsoft JhengHei</vt:lpstr>
      <vt:lpstr>Microsoft JhengHei</vt:lpstr>
      <vt:lpstr>Arial</vt:lpstr>
      <vt:lpstr>Tahoma</vt:lpstr>
      <vt:lpstr>Times New Roman</vt:lpstr>
      <vt:lpstr>Trebuchet MS</vt:lpstr>
      <vt:lpstr>Wingdings</vt:lpstr>
      <vt:lpstr>Quanta-1</vt:lpstr>
      <vt:lpstr> </vt:lpstr>
      <vt:lpstr>Test step</vt:lpstr>
      <vt:lpstr>Test step</vt:lpstr>
      <vt:lpstr>Note</vt:lpstr>
      <vt:lpstr>Note</vt:lpstr>
      <vt:lpstr>Note – criteria.json</vt:lpstr>
      <vt:lpstr>Test step</vt:lpstr>
      <vt:lpstr>Test step</vt:lpstr>
      <vt:lpstr>Test step (for loop test)</vt:lpstr>
      <vt:lpstr>Appendix</vt:lpstr>
      <vt:lpstr>Appendix</vt:lpstr>
      <vt:lpstr>Appendix</vt:lpstr>
      <vt:lpstr>Appendix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Koshino Chung (鐘翊誠)</dc:creator>
  <cp:keywords>BU15 Template</cp:keywords>
  <cp:lastModifiedBy>Koshino Chung (鐘翊誠)</cp:lastModifiedBy>
  <cp:revision>1</cp:revision>
  <cp:lastPrinted>2011-12-27T11:01:56Z</cp:lastPrinted>
  <dcterms:created xsi:type="dcterms:W3CDTF">2025-12-02T09:14:50Z</dcterms:created>
  <dcterms:modified xsi:type="dcterms:W3CDTF">2026-03-17T09:06:44Z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0x010100A21D5A73CAE7FB468BAD94AD26F28DA1</vt:lpwstr>
  </property>
</Properties>
</file>